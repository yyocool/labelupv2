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72" r:id="rId3"/>
    <p:sldId id="273" r:id="rId4"/>
    <p:sldId id="27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2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665D-14A8-495E-BAF5-49441871A26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E547B-D10E-44A2-AF49-3510D683AD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106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018E5-D790-4551-BD88-106E0E9E9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88E8DC-0E79-4825-8DEF-92DCE081A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23C87-329D-4D67-8C83-9FDA0870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F67670-3F53-474F-99BA-2557F115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C87076-ADF4-4BEC-A008-52A8AFD8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42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B91D8-EC12-4F84-BD18-C7228CB6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9E51A-11C4-4DFC-854B-99E5D42C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35CD95-0FB0-45A7-862E-BB0A0305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ED96FA-1E3A-4D5C-B881-C0ED0F3B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6F01-05CD-48A8-BCA2-33C550A1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36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1B5B0-E447-4254-ADA0-BA7F4A1B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996131-BE2C-427A-89D6-F5BB404D6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00DA3-9A23-4143-9DFD-8498422F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A5778-3B2A-48ED-86D4-EE213CA8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2493A6-0894-4F66-9731-D9A8BF6F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9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0CE5A-34F6-405F-8A2D-1674E3AE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A63299-822C-4300-B0D0-467501C02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B60CEB-FC39-4A36-AF0B-2BF9B201D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4436A7-0C5E-4D54-9321-01BCEA1D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E9D1B8-DF51-475C-9749-F0A502C6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94F92-7D51-4793-A82A-BDC18BF6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10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80C7D-FD65-43D8-8428-ADA71B57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CB9C32-E00E-428F-8B07-DDEFD8CF6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D85B68-6F9E-4D7D-80AD-8CC013524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7CBAFF-577D-4CF0-83E1-F703E1C64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D94A49-D412-48CB-BBB8-B74724F7A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AD6C94-7194-4477-B0C9-59B0C9DF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AC643D-CA26-4686-A7C1-3791E61A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D5586D-AF48-4971-B198-A20656AD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99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604A2-5AE5-43DA-A083-E72D2A24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E9FA37-8A10-4A5B-8567-35C42B7D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2D5647-4CF4-47F4-B579-0F2EC0B0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80D44F-D61D-414B-9A78-A4622AED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95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40BFF6-CF13-4F11-8F2C-6644F7DA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7912BF-2B7C-4D06-A59A-9C8C307C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D460E7-A8FE-4B64-B909-68DD2E0B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21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AF496-9866-46D3-A0B7-1C53FE0B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6A4628-E301-474F-A46C-D63C639EB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7DC3E2-9066-4AEA-935F-9B1895765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181AEE-C010-4A3B-9E83-EAF21DA7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A0E48D-A6F1-476B-8185-F535C40B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1616C-FAD5-4D61-A5B0-01230F98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07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21A0C-27BB-46C9-BBE5-1D613CB5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C6BEC5-8567-47D6-A096-65B16A3D3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9BA706-95CB-448B-9E9F-1C9EFC0B3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94DD17-5511-4A68-AD06-0E96A22F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622B08-A275-47CD-AA88-E59F2A82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84A579-54F0-4DEB-9748-6DF78A55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3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68D8B-85CC-44FF-B6B7-5D220462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01801A-9ADA-4A14-9D7F-0F19456FD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51C56-A234-48C1-BAC7-009C0E52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1D7A2-47A2-455A-9E84-76D811B7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7FE9D-8396-47ED-8771-6D627BDA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23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1A7C76-08E7-4D97-B471-432D16BDE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A80EA8-EC66-4CD3-9B0B-E4866D1C8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B0606-B319-4BA5-9219-805761C2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6D530-34CB-4F7D-83E8-4B448CD8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C812F4-A963-408A-BBD0-B407F88A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45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2AF31E-9B4B-45F5-A77C-0C0A6A06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406F90-EBAC-499E-9E66-F8F7A9B74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D35F44-8F68-44FC-A989-89A2B7364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5F9CC-A33B-46E0-979D-57EC1D8F0D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33E8F6-9E0E-4167-91C5-4DD6F8E30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D7D76-8246-478C-9326-B9A1C81BD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41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393700" y="62191"/>
            <a:ext cx="11404600" cy="698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목표 관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리를 위한 앱 </a:t>
            </a:r>
            <a:r>
              <a:rPr lang="ko-KR" altLang="en-US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만들거야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먼저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React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웹에서 사용할 수 있게 해줘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테스트 완료후에 </a:t>
            </a:r>
            <a:r>
              <a:rPr lang="ko-KR" altLang="en-US" sz="1600" dirty="0" err="1"/>
              <a:t>웹앱</a:t>
            </a:r>
            <a:r>
              <a:rPr lang="ko-KR" altLang="en-US" sz="1600" dirty="0"/>
              <a:t> </a:t>
            </a:r>
            <a:r>
              <a:rPr lang="en-US" altLang="ko-KR" sz="1600" dirty="0"/>
              <a:t>+ Capacitor </a:t>
            </a:r>
            <a:r>
              <a:rPr lang="ko-KR" altLang="en-US" sz="1600" dirty="0"/>
              <a:t>로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안드로이드와 아이폰 모두에서 </a:t>
            </a:r>
            <a:r>
              <a:rPr lang="ko-KR" altLang="en-US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사용가능하도록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할거야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카메라나 알림도 나중에 넣을 계획이니까 이것도 고려해서 만들어줘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목표 카테고리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1)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연간 목표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위쪽에 연도를 선택할 수 있는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셀렉트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박스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아래쪽에는 연도 목표를 기록하고 수정할 수 있게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2)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월간 목표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위쪽에 연도를 선택할 수 있는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셀렉트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박스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1~12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월별로 목표를 기록하고 수정할 수 있게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올 해라면 현재 월이 화면의 가운데 오도록 하고 화면에 다 표시가 안되면 위아래로 스크롤 되게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매일 할 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매일 할 일 항목을 넣고 수정할 수 있게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4)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 생성 후에 각 프로젝트마다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추가할 수 있게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TASK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에는 상세 항목을 추가할 수 있게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프로젝트는 프로젝트 완료기간을 넣어준다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완료기간 무한으로 할 수도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에도 완료 기간을 넣어준다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항목에는 반복 기능이 있어서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A)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요일지정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~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선택태서 반복이 가능 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숫자를 콤마로 넣어서 매월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x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 마다 반복 을 설정할 수 있게 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반복기능이 없다면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완료되기 전까지는 매일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오늘 할 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”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항목에 표시된다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반복기능이 있다면 해당 반복일에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오늘 할 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”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항목에 표시된다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b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항목에는 필수 기능이 있어서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일자에 완료 체크가 되지 않으면 매일 일간 할 일 항목에 쌓여서 나타날 수 있게 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(A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 TASK,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항목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YYYY/MM/DD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뒤에 표시된다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 기간 이전에는 오늘 할 일 보기에 해당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항목이 표시되게 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03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180527" y="129509"/>
            <a:ext cx="11404600" cy="736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화면구성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오른쪽 상단에는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내정보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설정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아이콘 구성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하단에는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오늘 할 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주간 시간표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월간 목표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연간 목표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”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메뉴로 가는 하단 바 구성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설정에서는 폰트 및 폰트 크기를 변경할 수 있고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스킨 선택도 가능하게 함</a:t>
            </a:r>
            <a:r>
              <a:rPr lang="en-US" altLang="ko-KR" sz="1600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초기 화면에는 오늘 해야 할 일에 대한 리스트를 보여준다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일간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주간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월간 달력으로 변환하면서 볼 수 있게 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일간 할 일 항목에서는 완료 버튼을 넣어서 완료 체크 할 수 있게 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완료는 그냥 완료 체크를 할 수도 있고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완료에 대한 증명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사진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코멘트를 같이 올릴 수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시간표는 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~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토까지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05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~01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시까지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30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분 단위로 스케쥴 보여주고 추가할 수 있는 기능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요일의 시간을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더블클릭하면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새로운 항목 추가되게 함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기존에 항목이 있었다면 수정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삭제 할 수 있게 함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항목에는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목표로 설정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!”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체크 버튼이 있어서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이게 체크되면 오늘 할 일 화면에 표시된다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항목에는 표시할 항목명만 넣도록 함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월간 목표는 맨 위에 연도 선택박스가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항상 올해로 시작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1~12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월까지 표시되고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월별 목표를 추가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삭제 할 수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1)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월을 더블 클릭하면 해당월 목표 추가 화면</a:t>
            </a:r>
            <a:b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월의 목표를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더블클릭하면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수정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삭제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할 수 있는 화면이 나온다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연간 목표는 맨 위에 연도 선택박스가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항상 올해로 시작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2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180527" y="129509"/>
            <a:ext cx="11404600" cy="708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월간 목표는 맨 위에 연도 선택박스가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항상 올해로 시작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1~12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월까지 표시되고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월별 목표를 추가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삭제 할 수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1)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월을 더블 클릭하면 해당월 목표 추가 화면</a:t>
            </a:r>
            <a:b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월의 목표를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더블클릭하면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수정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삭제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할 수 있는 화면이 나온다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연간 목표는 맨 위에 연도 선택박스가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항상 올해로 시작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바로 아래에는 연도가 표시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연도 옆에는  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클릭해서 목표 추가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”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버튼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아래에는 목표 항목들 표시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프로젝트는 프로젝트 리스트가 나오게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프로젝트는 트리구조로 표시됨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 클릭하면 프로젝트 아래의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나옴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TASK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클릭하면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아래의 각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 ITEM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항목이 나옴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프로젝트의 수정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삭제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!/ TASK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추가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할 수 있는 기능  필요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프로젝트에는 기한을 넣을 수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수정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삭제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!/ TASK ITEM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추가 할 수 있는 기능  필요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TASK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에는 기한을 넣을 수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TASK ITEM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제목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내용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반복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  A)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요일지정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~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선택태서 반복이 가능 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숫자를 콤마로 넣어서 매월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x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 마다 반복 을 설정할 수 있게 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)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넣을 수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TASK ITEM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삭제 할 수 있는 기능 필요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9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180527" y="129509"/>
            <a:ext cx="11404600" cy="240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UI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패턴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스킨을 입힐 수 있는 구조로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갈거야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배경색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폰트컬러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폰트크기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배경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이미지등이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스킨에 따라서 변경되게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기본은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손글씨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느낌이 나고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수채화 느낌이 나는 컬러로 해줘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밝은 색으로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94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774</Words>
  <Application>Microsoft Office PowerPoint</Application>
  <PresentationFormat>와이드스크린</PresentationFormat>
  <Paragraphs>46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 Kim</dc:creator>
  <cp:lastModifiedBy>YJ Kim</cp:lastModifiedBy>
  <cp:revision>130</cp:revision>
  <dcterms:created xsi:type="dcterms:W3CDTF">2025-07-07T11:03:06Z</dcterms:created>
  <dcterms:modified xsi:type="dcterms:W3CDTF">2026-01-12T11:56:56Z</dcterms:modified>
</cp:coreProperties>
</file>