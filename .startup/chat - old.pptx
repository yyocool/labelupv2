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2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1" r:id="rId2"/>
    <p:sldId id="272" r:id="rId3"/>
    <p:sldId id="273" r:id="rId4"/>
    <p:sldId id="274" r:id="rId5"/>
    <p:sldId id="275" r:id="rId6"/>
    <p:sldId id="256" r:id="rId7"/>
    <p:sldId id="265" r:id="rId8"/>
    <p:sldId id="266" r:id="rId9"/>
    <p:sldId id="262" r:id="rId10"/>
    <p:sldId id="268" r:id="rId11"/>
    <p:sldId id="276" r:id="rId12"/>
    <p:sldId id="269" r:id="rId13"/>
    <p:sldId id="270" r:id="rId14"/>
    <p:sldId id="263" r:id="rId15"/>
    <p:sldId id="271" r:id="rId16"/>
    <p:sldId id="267" r:id="rId17"/>
    <p:sldId id="264" r:id="rId18"/>
    <p:sldId id="257" r:id="rId19"/>
    <p:sldId id="258" r:id="rId20"/>
    <p:sldId id="259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4:04.10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 0,'-4'71,"1"-42,2 51,5-39,11 47,33 96,31 52,22 51,23 52,25 38,-5-54,324 537,127 7,51-47,-506-654,-130-154,139 157,-103-121,66 53,-106-96,-1-1,1 0,0 0,1 0,7 3,-12-6,0-1,0 1,0-1,1 1,-1-1,0 0,1 0,-1 0,0 0,0 0,1 0,-1-1,0 1,0-1,0 0,1 1,-1-1,0 0,3-2,11-8,-1 0,-1-1,20-19,-12 10,169-164,-17 17,24-16,40-30,1049-913,-366 383,53 65,-706 518,-37 33,-44 32,55-17,-179 87,-25 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3:25:5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3:25:5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3:26:39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0 24575,'0'4'0,"-1"0"0,0 0 0,0 0 0,0-1 0,0 1 0,-1 0 0,1-1 0,-3 5 0,-1 2 0,-41 85 0,-31 75 0,72-157 0,-1-1 0,-9 13 0,10-15 0,-1 0 0,1 0 0,-7 20 0,7-18 0,0 0 0,0 0 0,-1 0 0,-1-1 0,-8 11 0,-10 18 0,-35 56 0,31-40 0,9-17 0,-40 57 0,46-75 0,1 0 0,1 1 0,-13 35 0,-16 29 0,21-52 0,12-22 0,0 0 0,1 1 0,0 0 0,1 1 0,1-1 0,-7 25 0,7-11-455,2 0 0,-1 28 0,4-41-6371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3:26:40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24575,'0'31'0,"1"-1"0,1 0 0,2 0 0,11 48 0,60 136 0,-58-170 0,-13-32 0,-1 0 0,0 0 0,-1 0 0,0 1 0,0 24 0,4 20 0,0 12 0,-7 53 0,1-120 0,0 0 0,0 0 0,0 0 0,0 0 0,1 0 0,-1-1 0,0 1 0,1 0 0,0 0 0,-1 0 0,1 0 0,0-1 0,0 1 0,2 2 0,-2-2 0,1-1 0,-1 0 0,1 0 0,0 1 0,0-1 0,-1-1 0,1 1 0,0 0 0,0 0 0,0-1 0,0 1 0,0-1 0,0 1 0,4-1 0,8 1 0,0 0 0,-1-2 0,1 1 0,20-5 0,55-16 0,-67 15 0,218-61 0,120-31 0,-316 89 0,-18 3 0,0 0 0,26-10 0,-27 8 0,-1 1 0,1 1 0,39-4 0,-40 7 0,-10 0-1365,-3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46:4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46:53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46:55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46:56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57:5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24575,'0'222'0,"1"-207"0,1 0 0,0-1 0,1 1 0,8 24 0,-5-22 0,-2 1 0,5 29 0,-7 143 0,-3-97 0,2-47 0,0-15 0,-4 42 0,2-64 0,0 0 0,-1 0 0,0 0 0,0 0 0,-1 0 0,-1-1 0,1 1 0,-1-1 0,-5 8 0,7-14 0,1 0 0,0 0 0,-1-1 0,1 1 0,0 0 0,0 0 0,0 0 0,1 0 0,-1 0 0,0 3 0,1-4 0,0 0 0,0 0 0,0 0 0,1 0 0,-1 0 0,1 0 0,-1 0 0,1-1 0,-1 1 0,1 0 0,-1 0 0,1 0 0,-1-1 0,1 1 0,0 0 0,0-1 0,-1 1 0,1-1 0,0 1 0,0-1 0,0 1 0,0-1 0,-1 1 0,1-1 0,2 1 0,35 13 0,0-1 0,1-3 0,44 8 0,-14-5 0,1-3 0,123 2 0,44-13 0,-236 1 0,1 0 0,0 0 0,0 0 0,0 0 0,0-1 0,0 1 0,0 0 0,0-1 0,0 0 0,0 1 0,0-1 0,-1 0 0,1 0 0,0 0 0,-1 0 0,1 0 0,0-1 0,-1 1 0,0 0 0,1-1 0,-1 1 0,0-1 0,0 0 0,1 1 0,-1-1 0,1-2 0,0-3 0,1-1 0,-1 0 0,0 1 0,-1-1 0,1-11 0,0 4 0,8-60 0,16-185 0,-23 207 0,13-63 0,-8 67 0,2-80 0,-11 39 0,1 90 0,0-1 0,1 0 0,-1 0 0,0 0 0,-1 0 0,1 0 0,0 0 0,0 0 0,0 0 0,-1 0 0,1 0 0,0 0 0,-1 0 0,1 0 0,-1 0 0,1 0 0,-1 0 0,0 1 0,1-1 0,-1 0 0,0 0 0,0 0 0,-5-3 0,1 0 0,-1 1 0,0 0 0,0 0 0,0 1 0,-1-1 0,-7-1 0,-53-11 0,57 13 0,-374-41 0,323 39 0,-172-8 0,-5 0 0,134-5-273,81 12-819,-9-2-5734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57:5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24575,'0'3'0,"0"-1"0,1 0 0,-1 1 0,0-1 0,1 0 0,-1 0 0,1 0 0,0 1 0,1 1 0,3 9 0,20 63 0,42 84 0,115 189 0,-155-294 0,34 62 0,-7-12 0,4 9 0,-46-94 0,-2 1 0,0 1 0,10 35 0,2 4 0,0-12 0,-22-49 0,0 1 0,0 0 0,1-1 0,-1 1 0,0-1 0,0 1 0,1-1 0,-1 1 0,0-1 0,1 0 0,-1 1 0,0-1 0,1 1 0,-1-1 0,1 0 0,-1 1 0,1-1 0,-1 0 0,1 1 0,-1-1 0,1 0 0,-1 0 0,1 0 0,-1 1 0,1-1 0,-1 0 0,1 0 0,0 0 0,-1 0 0,1 0 0,-1 0 0,1 0 0,-1 0 0,1 0 0,-1 0 0,1 0 0,0 0 0,0-1 0,2-1 0,0 0 0,0 0 0,0 0 0,-1 0 0,5-5 0,167-182 0,-96 102 0,41-47 0,112-119 0,-201 221 0,289-276 0,-295 287-1365,-9 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1T11:41:04.17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1,'2'59,"2"0,13 63,38 119,247 738,-194-682,38 65,72 136,63 116,43 66,1434 2752,-1399-2771,-24-58,-38-77,-46-80,-37-69,-31-59,-22-38,-23-42,-25-45,174 288,-219-360,-67-120,-1-1,0 1,1-1,-1 1,0-1,1 1,-1-1,1 0,-1 1,0-1,1 0,-1 1,1-1,-1 0,1 1,-1-1,1 0,-1 0,1 0,0 0,-1 0,1 1,-1-1,1 0,-1 0,1 0,0 0,-1-1,1 1,-1 0,1 0,-1 0,1 0,-1 0,1-1,-1 1,2-1,20-17,-13 10,298-246,-117 101,-11 3,53-44,121-91,116-93,92-88,78-81,63-64,54-54,64-52,1278-1063,58 70,-1626 1316,-128 110,-105 87,-94 68,-79 55,-53 34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45:14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45: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45:15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45:15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8:04:18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227 552 24575,'-16'230'0,"8"-148"0,-32 395-249,-15 156-130,31-216 362,15-205 139,-21 176 401,14 368-523,17-555 0,-2 289 0,-11-196 0,0 16 0,7 829 0,7-644 0,-2 898 0,1-1359 0,1 1 0,2-1 0,11 44 0,-11-50 0,-1 0 0,-1 0 0,-4 55 0,1-22 0,-8 174 0,3 123 0,7-221 0,-1 128 0,-1-250 0,-5 28 0,-1 8 0,6-1 0,3 0 0,14 93 0,-8-73 0,-3-1 0,-6 95 0,0-59 0,1 392 0,0-496 0,0 0 0,0 0 0,0 0 0,0 0 0,0 0 0,0 0 0,1 0 0,-1 0 0,0 0 0,1 0 0,-1 0 0,1 0 0,-1-1 0,1 1 0,-1 0 0,1 0 0,0 0 0,-1-1 0,1 1 0,0 0 0,0-1 0,-1 1 0,1-1 0,0 1 0,0-1 0,0 1 0,0-1 0,0 1 0,0-1 0,1 1 0,4 0 0,0 0 0,0-1 0,0 1 0,8-1 0,-1 0 0,509-18 0,-509 17 0,198-15 0,239-9 0,-164 25 0,96-1 0,-1-20 0,96-5 0,-379 23 0,492 0 0,-69 1 0,-268-11 0,18 0 0,377 18-784,-286 1 456,58-3-170,480 7-1101,274 9 914,-724-6 636,-79 0-46,-50-12 95,389 14 0,133 14 89,1-29 1447,-346-2-341,-199 14-304,-104-2-564,1-3-327,355 6 0,-548-13 0,0 0 0,0 0 0,0 0 0,0 0 0,0-1 0,5-1 0,-7 1 0,0 1 0,0-1 0,0 1 0,0-1 0,0 0 0,0 0 0,-1 0 0,1 1 0,0-1 0,0 0 0,-1 0 0,1 0 0,0 0 0,-1 0 0,1 0 0,-1-1 0,1 1 0,-1 0 0,1-2 0,1-8 0,0 0 0,-1 0 0,0-18 0,0 5 0,44-1259-3697,-35 959 2878,16-1486-1674,-36-6 2371,7 1543-1105,-11-623 874,-16-341 3741,28 1079-1450,-15-393 887,11 475-2764,-41-721 438,46 137-499,2 306 0,0 350 0,-1 0 0,0 0 0,-1 0 0,1 0 0,-1 0 0,0 0 0,0 0 0,0 1 0,0-1 0,-4-7 0,3 9 0,0 0 0,0-1 0,0 1 0,0 0 0,-1 0 0,1 0 0,-1 0 0,1 1 0,-1-1 0,1 1 0,-1 0 0,0-1 0,0 1 0,0 0 0,-5 0 0,-29-7 0,0 2 0,-55-2 0,34 4 0,-680-32 0,642 33 0,-396-24 0,-75-2 0,276 9 0,-349-17-133,163 10-591,-62-2 704,21 29 1,-7 0 22,51-21 505,79 1-123,264 16-385,-307-7 0,28-3 0,-20-1 0,187 3 0,50-1 0,-493 9 0,423 6 0,171-1 307,-45 0-1979,116-1-5154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8:04:58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610 198 24575,'-2'-1'0,"1"0"0,-1 0 0,0 0 0,1 1 0,-1-1 0,0 0 0,0 1 0,1-1 0,-1 1 0,0-1 0,0 1 0,0 0 0,0 0 0,-2 0 0,-4 0 0,-120-12 0,-225-12 0,283 20 0,69 4 0,0 0 0,0 0 0,1 0 0,-1 0 0,0 0 0,0 0 0,0 0 0,0 1 0,1-1 0,-1 0 0,0 1 0,0-1 0,1 0 0,-1 1 0,0-1 0,0 1 0,1-1 0,-1 1 0,1-1 0,-1 1 0,0 0 0,1-1 0,-1 1 0,1 0 0,-1-1 0,1 1 0,0 0 0,-1 0 0,1 0 0,0-1 0,0 1 0,-1 0 0,1 0 0,0 0 0,0 1 0,0 4 0,-1-1 0,2 1 0,-1 0 0,2 7 0,-1-6 0,12 81 0,11 103 0,-18 36 0,-1-23 0,10 96-180,26 473-861,-4-273 1031,4 83 43,-15 1-396,-15-91-1349,9 690 1724,19-106-210,60-170-1114,-44-446 1179,-31-256 93,28 358 40,-25-237 0,125 887 1221,-104-890-292,-36-234-553,31 272 1434,10 66-1202,-51-388-608,-2-26 0,4 26 0,-4-37 0,1-1 0,-1 1 0,0-1 0,1 1 0,-1-1 0,1 0 0,0 1 0,-1-1 0,1 1 0,0-1 0,0 0 0,2 3 0,-1-3 0,0 0 0,0 1 0,0-1 0,0 0 0,0 0 0,0 0 0,1 0 0,-1 0 0,0-1 0,3 1 0,140 21 0,403 12-1468,-381-27 1237,823 26-1335,-306-12 667,1434 9 899,-1178-10 116,-201-1-1419,-326-14 1052,796 6-190,-665 3 341,-52-1 127,1058-11 4573,-800-4-3084,-474-11-1516,-48-1 0,-8 7 0,183-2 0,-288 10 0,125-2 0,-159-6 0,19 0 0,-96 7 0,1 0 0,0 0 0,0 0 0,-1-1 0,1 0 0,0 0 0,-1 0 0,7-3 0,-9 2 0,0 1 0,1 0 0,-1-1 0,0 1 0,0-1 0,0 0 0,-1 0 0,1 0 0,0 0 0,-1 0 0,1 0 0,-1 0 0,1 0 0,-1-1 0,0 1 0,0 0 0,1-4 0,6-28 0,0 0 0,3-54 0,-5 38 0,17-117-111,47-464-739,-53-146 58,-29-2-606,-51-777-2113,9 907 3538,45 550-30,-13-156 1335,-30-275 3783,0 65-4924,41-47-191,12 358 0,-1-317-561,10-857-1215,-8 1223 1701,1-342 57,-13 267 1233,-56-296 0,17 172-1215,26 158 0,4-7 0,4 31 0,-11-174 0,23 252 0,8-191 0,1 86 0,-5 147 0,-1 1 0,0-1 0,0 1 0,0-1 0,0 1 0,0-1 0,0 1 0,-1-1 0,1 1 0,0-1 0,-1 1 0,1-1 0,-1 1 0,1-1 0,-1 1 0,0 0 0,0-1 0,0 1 0,0 0 0,0 0 0,0 0 0,0-1 0,0 1 0,0 0 0,0 1 0,0-1 0,-1 0 0,1 0 0,0 0 0,-1 1 0,1-1 0,-1 1 0,1-1 0,-1 1 0,1-1 0,-3 1 0,-22-6 0,1 1 0,-39-1 0,36 3 0,-109-8 0,-567-20-2245,527 26 2047,-1023-17-4093,-6 20 4621,1047 2 608,-182 2-938,-451-4 0,152-31 0,260 9 0,184 16 0,-269-21 0,-707-47 1993,685 76-14,229 1-1850,236-1-6955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05:53:44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05:53:44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05:53:44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3:44.0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0,'0'10,"1"0,0 0,1-1,5 18,-3-13,54 170,-40-134,52 153,24 63,31 72,41 99,45 126,44 132,42 115,34 73,-95-258,589 1550,-471-1259,-42-105,-55-131,-55-129,-45-119,-38-107,-32-97,-27-86,-55-129,2 0,0 0,12 16,-18-27,0-1,0 0,1 1,-1-1,0 0,1 0,-1 0,1 0,-1 0,1 0,1 0,-2 0,0-1,0 0,0 0,0 0,0 0,-1 0,1 0,0 0,0 0,0 0,0 0,0-1,0 1,-1 0,1 0,2-2,0 0,0-1,0 0,0 0,0 0,0 0,-1 0,1-1,2-4,67-129,-39 70,58-109,49-63,98-114,106-124,114-118,122-104,121-92,100-76,69-41,70-41,-22 42,-109 115,-142 144,-139 147,-126 139,-112 115,-96 93,-187 149,173-120,-152 110,-22 14,-10 4,3-2,-7 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3:15.8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1,'0'0,"-1"0,1 1,-1-1,1 1,0-1,-1 0,1 1,-1-1,1 1,0-1,0 1,-1-1,1 1,0-1,0 1,-1-1,1 1,0-1,0 1,0-1,0 1,0 0,0-1,0 1,0-1,0 2,0 0,-4 37,2 38,2-58,3 136,16 76,32 95,47 111,49 105,50 103,55 102,54 80,75 72,118 130,822 1347,186-119,-1094-1712,-83-134,-82-119,-75-100,-139-155,48 39,-76-71,-1-1,1 0,0 0,1-1,-1 0,0 0,10 3,-12-5,1 0,-1-1,1 1,-1-1,1 0,-1 0,1 0,-1-1,9-1,-4-1,-1 0,1 0,-1-1,13-8,42-30,182-152,156-139,154-136,136-118,120-89,1102-849,-1024 845,-141 120,-151 126,-137 118,-118 97,-84 74,-72 55,-144 71,1 2,77-19,-119 36,4-1,-1-1,1 1,0 0,-1 1,1-1,0 1,0 0,0 0,-1 0,1 1,0 0,4 1,1 6,-7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6:5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24575,'0'222'0,"1"-207"0,1 0 0,0-1 0,1 1 0,8 24 0,-5-22 0,-2 1 0,5 29 0,-7 143 0,-3-97 0,2-47 0,0-15 0,-4 42 0,2-64 0,0 0 0,-1 0 0,0 0 0,0 0 0,-1 0 0,-1-1 0,1 1 0,-1-1 0,-5 8 0,7-14 0,1 0 0,0 0 0,-1-1 0,1 1 0,0 0 0,0 0 0,0 0 0,1 0 0,-1 0 0,0 3 0,1-4 0,0 0 0,0 0 0,0 0 0,1 0 0,-1 0 0,1 0 0,-1 0 0,1-1 0,-1 1 0,1 0 0,-1 0 0,1 0 0,-1-1 0,1 1 0,0 0 0,0-1 0,-1 1 0,1-1 0,0 1 0,0-1 0,0 1 0,0-1 0,-1 1 0,1-1 0,2 1 0,35 13 0,0-1 0,1-3 0,44 8 0,-14-5 0,1-3 0,123 2 0,44-13 0,-236 1 0,1 0 0,0 0 0,0 0 0,0 0 0,0-1 0,0 1 0,0 0 0,0-1 0,0 0 0,0 1 0,0-1 0,-1 0 0,1 0 0,0 0 0,-1 0 0,1 0 0,0-1 0,-1 1 0,0 0 0,1-1 0,-1 1 0,0-1 0,0 0 0,1 1 0,-1-1 0,1-2 0,0-3 0,1-1 0,-1 0 0,0 1 0,-1-1 0,1-11 0,0 4 0,8-60 0,16-185 0,-23 207 0,13-63 0,-8 67 0,2-80 0,-11 39 0,1 90 0,0-1 0,1 0 0,-1 0 0,0 0 0,-1 0 0,1 0 0,0 0 0,0 0 0,0 0 0,-1 0 0,1 0 0,0 0 0,-1 0 0,1 0 0,-1 0 0,1 0 0,-1 0 0,0 1 0,1-1 0,-1 0 0,0 0 0,0 0 0,-5-3 0,1 0 0,-1 1 0,0 0 0,0 0 0,0 1 0,-1-1 0,-7-1 0,-53-11 0,57 13 0,-374-41 0,323 39 0,-172-8 0,-5 0 0,134-5-273,81 12-819,-9-2-5734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6:5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24575,'0'3'0,"0"-1"0,1 0 0,-1 1 0,0-1 0,1 0 0,-1 0 0,1 0 0,0 1 0,1 1 0,3 9 0,20 63 0,42 84 0,115 189 0,-155-294 0,34 62 0,-7-12 0,4 9 0,-46-94 0,-2 1 0,0 1 0,10 35 0,2 4 0,0-12 0,-22-49 0,0 1 0,0 0 0,1-1 0,-1 1 0,0-1 0,0 1 0,1-1 0,-1 1 0,0-1 0,1 0 0,-1 1 0,0-1 0,1 1 0,-1-1 0,1 0 0,-1 1 0,1-1 0,-1 0 0,1 1 0,-1-1 0,1 0 0,-1 0 0,1 0 0,-1 1 0,1-1 0,-1 0 0,1 0 0,0 0 0,-1 0 0,1 0 0,-1 0 0,1 0 0,-1 0 0,1 0 0,-1 0 0,1 0 0,0 0 0,0-1 0,2-1 0,0 0 0,0 0 0,0 0 0,-1 0 0,5-5 0,167-182 0,-96 102 0,41-47 0,112-119 0,-201 221 0,289-276 0,-295 287-1365,-9 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8:13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8:13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8:13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08:13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3:31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3:31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3:31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3:31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06:32:4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24575,'0'222'0,"1"-207"0,1 0 0,0-1 0,1 1 0,8 24 0,-5-22 0,-2 1 0,5 29 0,-7 143 0,-3-97 0,2-47 0,0-15 0,-4 42 0,2-64 0,0 0 0,-1 0 0,0 0 0,0 0 0,-1 0 0,-1-1 0,1 1 0,-1-1 0,-5 8 0,7-14 0,1 0 0,0 0 0,-1-1 0,1 1 0,0 0 0,0 0 0,0 0 0,1 0 0,-1 0 0,0 3 0,1-4 0,0 0 0,0 0 0,0 0 0,1 0 0,-1 0 0,1 0 0,-1 0 0,1-1 0,-1 1 0,1 0 0,-1 0 0,1 0 0,-1-1 0,1 1 0,0 0 0,0-1 0,-1 1 0,1-1 0,0 1 0,0-1 0,0 1 0,0-1 0,-1 1 0,1-1 0,2 1 0,35 13 0,0-1 0,1-3 0,44 8 0,-14-5 0,1-3 0,123 2 0,44-13 0,-236 1 0,1 0 0,0 0 0,0 0 0,0 0 0,0-1 0,0 1 0,0 0 0,0-1 0,0 0 0,0 1 0,0-1 0,-1 0 0,1 0 0,0 0 0,-1 0 0,1 0 0,0-1 0,-1 1 0,0 0 0,1-1 0,-1 1 0,0-1 0,0 0 0,1 1 0,-1-1 0,1-2 0,0-3 0,1-1 0,-1 0 0,0 1 0,-1-1 0,1-11 0,0 4 0,8-60 0,16-185 0,-23 207 0,13-63 0,-8 67 0,2-80 0,-11 39 0,1 90 0,0-1 0,1 0 0,-1 0 0,0 0 0,-1 0 0,1 0 0,0 0 0,0 0 0,0 0 0,-1 0 0,1 0 0,0 0 0,-1 0 0,1 0 0,-1 0 0,1 0 0,-1 0 0,0 1 0,1-1 0,-1 0 0,0 0 0,0 0 0,-5-3 0,1 0 0,-1 1 0,0 0 0,0 0 0,0 1 0,-1-1 0,-7-1 0,-53-11 0,57 13 0,-374-41 0,323 39 0,-172-8 0,-5 0 0,134-5-273,81 12-819,-9-2-5734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06:32:4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24575,'0'3'0,"0"-1"0,1 0 0,-1 1 0,0-1 0,1 0 0,-1 0 0,1 0 0,0 1 0,1 1 0,3 9 0,20 63 0,42 84 0,115 189 0,-155-294 0,34 62 0,-7-12 0,4 9 0,-46-94 0,-2 1 0,0 1 0,10 35 0,2 4 0,0-12 0,-22-49 0,0 1 0,0 0 0,1-1 0,-1 1 0,0-1 0,0 1 0,1-1 0,-1 1 0,0-1 0,1 0 0,-1 1 0,0-1 0,1 1 0,-1-1 0,1 0 0,-1 1 0,1-1 0,-1 0 0,1 1 0,-1-1 0,1 0 0,-1 0 0,1 0 0,-1 1 0,1-1 0,-1 0 0,1 0 0,0 0 0,-1 0 0,1 0 0,-1 0 0,1 0 0,-1 0 0,1 0 0,-1 0 0,1 0 0,0 0 0,0-1 0,2-1 0,0 0 0,0 0 0,0 0 0,-1 0 0,5-5 0,167-182 0,-96 102 0,41-47 0,112-119 0,-201 221 0,289-276 0,-295 287-1365,-9 5-5461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7:25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7:25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7:2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17:25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26:2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1111 162 24575,'-17'0'0,"0"-2"0,-19-3 0,-4-2 0,-36-2 0,-349-46 0,3-19 0,407 71 0,9 1 0,-1 0 0,0 1 0,0 0 0,0 0 0,1 1 0,-8 0 0,13 0 0,1 0 0,-1 1 0,1-1 0,-1 0 0,1 0 0,0 0 0,-1 1 0,1-1 0,-1 0 0,1 0 0,0 1 0,-1-1 0,1 0 0,0 1 0,-1-1 0,1 0 0,0 1 0,0-1 0,-1 0 0,1 1 0,0-1 0,0 1 0,0-1 0,-1 0 0,1 1 0,0-1 0,0 1 0,0-1 0,0 1 0,0-1 0,0 1 0,0-1 0,0 0 0,0 1 0,0-1 0,0 1 0,0-1 0,0 1 0,1-1 0,-1 1 0,0-1 0,0 0 0,1 1 0,9 23 0,-8-20 0,19 44 0,-2 1 0,13 55 0,-30-94 0,56 216 0,-43-155 0,6 90 0,-4 55 0,37 420 0,-16-13 0,-63 88 0,16-525 0,-5 371 0,15 6 0,1-168 0,-9 338 0,-36-3 0,3-205 0,-10 91 0,-13 316 0,64 336 0,28-830 0,-1-64 0,-12 542 0,-17 299 0,3-1122 0,19 121 0,1 18 0,6 29 0,19-64 0,-16-76 0,-25-92 0,-2 1 0,0 34 0,3 16 0,3 6 0,24 147 0,-21-170 0,20 109 0,-26-123 0,1 78 0,-11 106 0,3-230 0,-1-1 0,2 1 0,-1-1 0,0 1 0,0-1 0,1 0 0,-1 1 0,1-1 0,0 1 0,0-1 0,0 0 0,2 4 0,-2-5 0,0 1 0,1-1 0,-1 0 0,1 1 0,0-1 0,-1 0 0,1 0 0,0 0 0,0 0 0,0 0 0,0-1 0,0 1 0,0-1 0,0 1 0,0-1 0,3 1 0,248 20 0,-118-13 0,185 15-130,228 19-408,-5 26 203,-76-6 345,-1-18-59,165-17-155,-130-9 216,51 1-12,1-19 0,-289-1 0,229 27 0,-269-10 0,66 10 993,22 1-752,-181-20-265,924 36-674,-790-43 698,478 11 0,-280 15-14,-313-17 8,345 6 1,-1-19 6,-26-19 367,-356 10-243,0-4-1,121-36 1,-15-14-120,-9-15-6,-181 68 1,0 2 0,0 2 0,1 0 0,1 2 0,-1 1 0,55-5 0,-9 8 0,-33 3 0,1-2 0,-1-2 0,62-15 0,-57 5 0,60-29 0,42-29 0,-143 70 0,7-3 0,-11 5 0,1 0 0,-1 0 0,0 0 0,0 0 0,0 0 0,0 0 0,-1-1 0,1 1 0,0 0 0,0-1 0,-1 0 0,1 1 0,-1-1 0,1 0 0,-1 0 0,0 0 0,0 0 0,0 0 0,1-2 0,3-5 0,0-1 0,0 2 0,0-1 0,1 0 0,1 1 0,8-9 0,-11 13 0,-2 1 0,1-1 0,-1 1 0,0 0 0,0-1 0,-1 0 0,1 1 0,-1-1 0,0 0 0,0 0 0,0 0 0,0 0 0,0-4 0,0-10 0,-2-26 0,0 18 0,31-559 0,-29 579 0,16-414 0,-13 269 0,-3 108 0,21-337 0,4 86 0,-2-48 0,-11 178 0,34-401 0,-23 341 0,-7 89 0,-3 9 0,12-119 0,19-174 0,-2-30 0,-39 395 0,36-617 0,-21-830 0,-19-540 0,14 1805 0,0 33 0,-12-436 0,-3 330 0,1-1613 0,-9 1707 0,3 102 0,-49-355 0,50 437 0,-2-2 0,-20-61 0,7 32 0,19 59 0,0 0 0,-1 1 0,1-1 0,-1 1 0,1-1 0,-1 1 0,0-1 0,0 1 0,0 0 0,0 0 0,0 0 0,0 0 0,-1 1 0,1-1 0,-5-2 0,-5-2 0,0 0 0,-15-4 0,7 2 0,-45-17 0,-1 3 0,-1 2 0,-123-18 0,-134-4 15,70 10-181,-496-45-592,341 57 758,-55-4 0,-110-36-40,-133-12-14,-70-38 975,418 48-831,-79-17-98,335 55 8,-230-51 0,150 35 0,-43-7 0,-51-8 0,33 5 0,-97 2 0,255 34 0,44 7 0,-71-4 0,21 10 0,-181-8 0,232 6 0,14 2 0,-43-8 0,15 2 0,39 6 0,1-1 0,-29-8 0,-169-38 0,189 44-1365,4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7:26:59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1171 506 24575,'-511'0'0,"498"-1"0,-1 0 0,1-1 0,-23-7 0,19 5 0,-23-3 0,-181 1 0,176 7 0,23-4 0,19 2 0,0 0 0,0 1 0,0-1 0,0 1 0,0 0 0,0 0 0,0 0 0,0 0 0,-4 1 0,6 0 0,0 0 0,0 0 0,0 0 0,0 0 0,0 0 0,0 1 0,0-1 0,1 0 0,-1 0 0,0 1 0,1-1 0,-1 0 0,1 1 0,-1-1 0,1 1 0,0-1 0,0 0 0,-1 1 0,1-1 0,0 1 0,1 2 0,-2 1 0,-5 192 0,4-45 0,-33 796 0,19-652 0,2-63 0,-1 609 0,15-786 0,-11 522 0,-9 0 0,21 2 0,0-237 0,-1 1645 0,-37-1318 0,0 0 0,37-541 0,3 374 0,18-121 0,0 30 0,7-83 0,26-6 0,-22-143 0,84 359 0,-98-467 0,16 130 0,29 144 0,-52-292 0,36 154 0,13 61 0,-57-257 0,70 411 0,-63-297 0,-8 165 0,-4-155 0,3-12 0,-3 121 0,-11-112 0,4-52 0,9-78 0,-2 21 0,0 0 0,-2 0 0,0-1 0,-2 0 0,-11 31 0,-1-10 0,2 1 0,1 1 0,3 1 0,2 0 0,-4 48 0,11-76 0,-6 50 0,7-60 0,-1-1 0,1 1 0,-1-1 0,0 0 0,-8 14 0,7-15 0,0 1 0,0 0 0,1 0 0,1 0 0,-4 16 0,4-15 0,1-6 0,0 0 0,0 0 0,0-1 0,0 1 0,-1 0 0,1 0 0,-1-1 0,-2 4 0,3-19 0,1 12 0,0-1 0,1 1 0,-1 0 0,0 0 0,1 0 0,0 0 0,-1 0 0,1 0 0,-1 0 0,1 0 0,0 0 0,0 0 0,0 0 0,-1 0 0,1 0 0,0 0 0,0 1 0,0-1 0,0 0 0,0 1 0,0-1 0,2 0 0,3-1 0,-1 1 0,0 0 0,0 0 0,8 0 0,24 0 0,0 2 0,70 10 0,-43-3 0,695 46-594,-276-25 294,42 4 300,7-37 0,709-30 0,-519 82-1036,-214-8 420,424-24 616,-539-14 0,218 23 27,-209-5-55,0-16-447,-119-20 370,55 0 115,31 17-10,151-2 0,280 5 1263,-658 5-1147,573 17 457,-217-16 573,-48 0-1127,-261-16-19,79-4 0,-188 7 0,35-4 0,-95 5 0,1-1 0,-1-2 0,31-9 0,-35 9 0,-1 1 0,26-3 0,-29 5 0,1 0 0,-1-1 0,0 0 0,0 0 0,17-9 0,7-1 0,-30 12 0,-1 0 0,0-1 0,0 0 0,0 0 0,0 0 0,0-1 0,0 0 0,5-4 0,-5 3 0,-1 0 0,1 0 0,-1 1 0,1-1 0,0 1 0,0 0 0,1 1 0,-1-1 0,1 1 0,-1 0 0,1 0 0,0 1 0,-1 0 0,1 0 0,10-1 0,98-4 0,35-1 0,-141 7 0,0 1 0,0-2 0,0 1 0,0-1 0,0-1 0,0 1 0,0-1 0,-1-1 0,1 0 0,10-5 0,-13 6 0,0 0 0,0 0 0,0 0 0,0 0 0,0 1 0,0 0 0,1 0 0,7 0 0,4 0 0,22 3 0,-14 0 0,5 1 0,-1 2 0,-1 1 0,1 1 0,48 19 0,-34-10 0,7 1 0,-12-3 0,71 16 0,-105-29 0,0-1 0,-1 1 0,1-1 0,0 1 0,-1-1 0,1 0 0,0-1 0,0 1 0,-1-1 0,1 1 0,-1-1 0,1 0 0,0 0 0,-1-1 0,0 1 0,1-1 0,-1 0 0,0 0 0,0 0 0,0 0 0,0 0 0,0-1 0,0 1 0,-1-1 0,1 0 0,-1 0 0,0 0 0,0 0 0,0 0 0,0 0 0,0 0 0,-1-1 0,1 1 0,-1-1 0,0 1 0,0-1 0,-1 0 0,2-4 0,0-22 0,-2 0 0,0 0 0,-9-57 0,1 19 0,0-46 0,-16-150 0,4-76 0,16 220 0,0-31 0,-12-159 0,-16-83 0,15 164 0,5-346 0,53 2 0,26 139 0,-60 390 0,98-400 0,-10 56 0,30-370 0,-99 566 0,38-367 0,-43 290 0,8-241 0,-15 274 0,-1 38 0,-24-262 0,7 248 0,-1-10 0,-4-404 0,10 413 0,11 48 0,-2 60 0,-5-233 0,-3 87 0,13 19 0,-3 135 0,4-41 0,-14 70 0,5-79 0,-1-197 0,-7 212 0,1 64 0,9-310 0,-1-47 0,-10 262 0,0 96 0,-14-86 0,1-81 0,10 99 0,1 14 0,0-11 0,-2 86 0,-11-47 0,-4-19 0,-23-168 0,-25 6 0,-58-176 0,121 422 0,-59-277 0,46 197 0,14 86 0,-1 0 0,-15-37 0,20 58 0,0-1 0,1 1 0,-1-1 0,0 1 0,0 0 0,0-1 0,-1 1 0,1 0 0,0 0 0,0 0 0,-1 0 0,1 0 0,0 0 0,-1 0 0,1 0 0,-1 1 0,1-1 0,-4 0 0,-1-1 0,0 1 0,-1 0 0,-10 0 0,7 1 0,-294-3-183,117 3-635,12-2 837,-1081-17-4851,-307-11 4832,1370 26-22,-625-24-223,134-8-1216,-167-9 1667,364 28 2197,6 16 2854,246 1-5581,173 3 324,0 2 0,-62 13 0,84-9 0,-75 28 0,78-23 0,-1-2 0,-43 8 0,-11-8 0,-56 12 0,69-8 0,-158 11 0,-83-22 0,253-5 0,49-1 0,0-1 0,0 0 0,1-2 0,-1 0 0,-22-8 0,24 4-1365,4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3:28.6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1,'56'114,"11"23,34 68,40 74,70 119,64 123,45 102,29 85,22 66,36 77,67 126,494 900,106-56,-658-1203,-59-140,-55-117,-59-106,-65-89,-58-70,-107-86,2 0,30 15,-43-24,0 0,0 0,1 0,-1 0,0-1,1 1,-1-1,1 1,-1-1,1 0,-1 0,1 0,-1 0,0-1,1 1,-1-1,1 1,-1-1,4-1,-1-2,0 1,0-1,-1 0,0-1,0 1,0 0,4-7,56-78,38-54,45-56,55-65,81-91,105-113,132-133,145-133,119-103,1782-1798,-1777 1853,-102 109,-129 134,-125 130,-102 107,-86 85,-69 67,-58 54,-44 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3:22.58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2472,'0'27,"-1"14,2 0,2-1,15 76,42 92,68 107,84 116,91 111,119 142,175 197,135 123,71 19,7-71,-51-128,-92-154,-118-166,-127-152,-121-124,-102-96,-78-66,-109-60,1-1,25 7,-37-11,0-1,1 0,-1 1,0-1,1 0,-1 0,0 0,1 0,-1 0,0 0,0 0,1-1,-1 1,0 0,1-1,-1 1,0-1,0 1,2-2,-1 0,0 0,-1 0,0 0,1 0,-1-1,0 1,0 0,1-5,0 3,17-39,2 1,29-44,66-86,113-121,179-194,178-190,154-157,159-153,201-186,107-89,-7 32,-101 136,-165 193,-187 198,-156 162,-144 139,-129 120,-105 102,-87 78,-58 49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37:3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37:37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24575,'-2'0'0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37:37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24575,'0'565'0,"1"-550"0,1 1 0,0-1 0,2 0 0,5 20 0,4 13 0,-8-13 0,2 69 0,1 8 0,-2-52 0,-5 107 0,-2-83 0,0 15 0,2 115 0,6-135 0,0 19 0,-7-45-1365,0-38-5461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6:37:37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24575,'68'0'0,"399"18"0,-436-14 0,-18-2 0,-1 0 0,1-1 0,-1 0 0,1-1 0,0 0 0,17-3 0,-15 0 0,1 1 0,0 0 0,0 1 0,0 1 0,0 1 0,28 4 0,15 1 0,114-4 0,-86-4 0,278 2-1365,-352 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23T10:23:19.8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0,'0'9,"1"-1,0 1,1-1,0 0,5 15,0-2,78 204,-83-222,96 227,64 133,86 172,83 178,78 155,59 114,39 83,337 669,38-13,-340-733,-54-163,-62-165,-63-144,-70-130,-71-110,-68-92,-123-148,91 97,-120-131,-1 0,0-1,1 1,0-1,-1 0,1 1,0-1,0 0,0 0,-1 0,1-1,0 1,3 1,-3-3,-1 1,0-1,0 1,1-1,-1 0,0 1,0-1,0 0,0 0,0 0,0 0,0 0,0 0,0 0,0 0,-1 0,1 0,0-1,-1 1,1-2,13-22,64-105,32-23,99-96,107-100,107-98,112-86,91-80,80-71,76-75,63-64,1174-1091,16 34,-1994 1842,507-465,-130 125,-127 119,-109 101,-86 75,-53 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665D-14A8-495E-BAF5-49441871A262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E547B-D10E-44A2-AF49-3510D683AD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106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E547B-D10E-44A2-AF49-3510D683AD5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444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E547B-D10E-44A2-AF49-3510D683AD5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42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018E5-D790-4551-BD88-106E0E9E9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88E8DC-0E79-4825-8DEF-92DCE081A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23C87-329D-4D67-8C83-9FDA0870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67670-3F53-474F-99BA-2557F115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87076-ADF4-4BEC-A008-52A8AFD8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2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B91D8-EC12-4F84-BD18-C7228CB6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9E51A-11C4-4DFC-854B-99E5D42C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35CD95-0FB0-45A7-862E-BB0A0305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ED96FA-1E3A-4D5C-B881-C0ED0F3B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6F01-05CD-48A8-BCA2-33C550A1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6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1B5B0-E447-4254-ADA0-BA7F4A1B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996131-BE2C-427A-89D6-F5BB404D6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100DA3-9A23-4143-9DFD-8498422F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A5778-3B2A-48ED-86D4-EE213CA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2493A6-0894-4F66-9731-D9A8BF6F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9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0CE5A-34F6-405F-8A2D-1674E3AE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A63299-822C-4300-B0D0-467501C02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B60CEB-FC39-4A36-AF0B-2BF9B201D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436A7-0C5E-4D54-9321-01BCEA1D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E9D1B8-DF51-475C-9749-F0A502C6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894F92-7D51-4793-A82A-BDC18BF6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10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80C7D-FD65-43D8-8428-ADA71B57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CB9C32-E00E-428F-8B07-DDEFD8CF6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D85B68-6F9E-4D7D-80AD-8CC013524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7CBAFF-577D-4CF0-83E1-F703E1C64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D94A49-D412-48CB-BBB8-B74724F7A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AD6C94-7194-4477-B0C9-59B0C9DF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AC643D-CA26-4686-A7C1-3791E61A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D5586D-AF48-4971-B198-A20656AD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99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604A2-5AE5-43DA-A083-E72D2A24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E9FA37-8A10-4A5B-8567-35C42B7D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2D5647-4CF4-47F4-B579-0F2EC0B0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80D44F-D61D-414B-9A78-A4622AED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95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0BFF6-CF13-4F11-8F2C-6644F7DA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7912BF-2B7C-4D06-A59A-9C8C30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D460E7-A8FE-4B64-B909-68DD2E0B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21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AF496-9866-46D3-A0B7-1C53FE0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A4628-E301-474F-A46C-D63C639EB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DC3E2-9066-4AEA-935F-9B189576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181AEE-C010-4A3B-9E83-EAF21DA7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A0E48D-A6F1-476B-8185-F535C40B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1616C-FAD5-4D61-A5B0-01230F98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07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21A0C-27BB-46C9-BBE5-1D613CB5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C6BEC5-8567-47D6-A096-65B16A3D3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9BA706-95CB-448B-9E9F-1C9EFC0B3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94DD17-5511-4A68-AD06-0E96A22F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22B08-A275-47CD-AA88-E59F2A82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4A579-54F0-4DEB-9748-6DF78A55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3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68D8B-85CC-44FF-B6B7-5D220462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01801A-9ADA-4A14-9D7F-0F19456FD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51C56-A234-48C1-BAC7-009C0E52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A1D7A2-47A2-455A-9E84-76D811B7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7FE9D-8396-47ED-8771-6D627BDA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23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1A7C76-08E7-4D97-B471-432D16BDE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A80EA8-EC66-4CD3-9B0B-E4866D1C8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2B0606-B319-4BA5-9219-805761C2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6D530-34CB-4F7D-83E8-4B448CD8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C812F4-A963-408A-BBD0-B407F88A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4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2AF31E-9B4B-45F5-A77C-0C0A6A06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406F90-EBAC-499E-9E66-F8F7A9B74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D35F44-8F68-44FC-A989-89A2B7364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5F9CC-A33B-46E0-979D-57EC1D8F0D4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3E8F6-9E0E-4167-91C5-4DD6F8E30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D7D76-8246-478C-9326-B9A1C81BD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4E5AD-67FF-410E-92FC-91533CB3B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41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5.png"/><Relationship Id="rId21" Type="http://schemas.openxmlformats.org/officeDocument/2006/relationships/customXml" Target="../ink/ink6.xml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2" Type="http://schemas.openxmlformats.org/officeDocument/2006/relationships/image" Target="../media/image4.png"/><Relationship Id="rId16" Type="http://schemas.openxmlformats.org/officeDocument/2006/relationships/customXml" Target="../ink/ink3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2.png"/><Relationship Id="rId15" Type="http://schemas.openxmlformats.org/officeDocument/2006/relationships/image" Target="../media/image8.png"/><Relationship Id="rId23" Type="http://schemas.openxmlformats.org/officeDocument/2006/relationships/customXml" Target="../ink/ink7.xml"/><Relationship Id="rId28" Type="http://schemas.openxmlformats.org/officeDocument/2006/relationships/image" Target="../media/image14.png"/><Relationship Id="rId19" Type="http://schemas.openxmlformats.org/officeDocument/2006/relationships/customXml" Target="../ink/ink5.xml"/><Relationship Id="rId4" Type="http://schemas.openxmlformats.org/officeDocument/2006/relationships/customXml" Target="../ink/ink2.xml"/><Relationship Id="rId22" Type="http://schemas.openxmlformats.org/officeDocument/2006/relationships/image" Target="../media/image11.png"/><Relationship Id="rId27" Type="http://schemas.openxmlformats.org/officeDocument/2006/relationships/customXml" Target="../ink/ink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6.png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customXml" Target="../ink/ink10.xml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customXml" Target="../ink/ink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17.png"/><Relationship Id="rId18" Type="http://schemas.openxmlformats.org/officeDocument/2006/relationships/customXml" Target="../ink/ink21.xml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customXml" Target="../ink/ink17.xml"/><Relationship Id="rId17" Type="http://schemas.openxmlformats.org/officeDocument/2006/relationships/customXml" Target="../ink/ink20.xml"/><Relationship Id="rId2" Type="http://schemas.openxmlformats.org/officeDocument/2006/relationships/image" Target="../media/image4.png"/><Relationship Id="rId16" Type="http://schemas.openxmlformats.org/officeDocument/2006/relationships/customXml" Target="../ink/ink19.xml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10" Type="http://schemas.openxmlformats.org/officeDocument/2006/relationships/customXml" Target="../ink/ink16.xml"/><Relationship Id="rId19" Type="http://schemas.openxmlformats.org/officeDocument/2006/relationships/customXml" Target="../ink/ink22.xml"/><Relationship Id="rId4" Type="http://schemas.openxmlformats.org/officeDocument/2006/relationships/customXml" Target="../ink/ink13.xml"/><Relationship Id="rId9" Type="http://schemas.openxmlformats.org/officeDocument/2006/relationships/image" Target="../media/image13.png"/><Relationship Id="rId14" Type="http://schemas.openxmlformats.org/officeDocument/2006/relationships/customXml" Target="../ink/ink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29.xml"/><Relationship Id="rId3" Type="http://schemas.openxmlformats.org/officeDocument/2006/relationships/image" Target="../media/image30.png"/><Relationship Id="rId7" Type="http://schemas.openxmlformats.org/officeDocument/2006/relationships/customXml" Target="../ink/ink26.xml"/><Relationship Id="rId12" Type="http://schemas.openxmlformats.org/officeDocument/2006/relationships/image" Target="../media/image1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customXml" Target="../ink/ink28.xml"/><Relationship Id="rId5" Type="http://schemas.openxmlformats.org/officeDocument/2006/relationships/image" Target="../media/image40.png"/><Relationship Id="rId10" Type="http://schemas.openxmlformats.org/officeDocument/2006/relationships/image" Target="../media/image12.png"/><Relationship Id="rId4" Type="http://schemas.openxmlformats.org/officeDocument/2006/relationships/customXml" Target="../ink/ink25.xml"/><Relationship Id="rId9" Type="http://schemas.openxmlformats.org/officeDocument/2006/relationships/customXml" Target="../ink/ink27.xml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13" Type="http://schemas.openxmlformats.org/officeDocument/2006/relationships/image" Target="../media/image40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35.xml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.xml"/><Relationship Id="rId11" Type="http://schemas.openxmlformats.org/officeDocument/2006/relationships/image" Target="../media/image30.png"/><Relationship Id="rId5" Type="http://schemas.openxmlformats.org/officeDocument/2006/relationships/image" Target="../media/image12.png"/><Relationship Id="rId10" Type="http://schemas.openxmlformats.org/officeDocument/2006/relationships/customXml" Target="../ink/ink34.xml"/><Relationship Id="rId4" Type="http://schemas.openxmlformats.org/officeDocument/2006/relationships/customXml" Target="../ink/ink31.xml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customXml" Target="../ink/ink40.xml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customXml" Target="../ink/ink42.xml"/><Relationship Id="rId2" Type="http://schemas.openxmlformats.org/officeDocument/2006/relationships/image" Target="../media/image4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customXml" Target="../ink/ink41.xml"/><Relationship Id="rId10" Type="http://schemas.openxmlformats.org/officeDocument/2006/relationships/customXml" Target="../ink/ink39.xml"/><Relationship Id="rId4" Type="http://schemas.openxmlformats.org/officeDocument/2006/relationships/customXml" Target="../ink/ink36.xml"/><Relationship Id="rId9" Type="http://schemas.openxmlformats.org/officeDocument/2006/relationships/image" Target="../media/image13.png"/><Relationship Id="rId1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5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25.png"/><Relationship Id="rId10" Type="http://schemas.openxmlformats.org/officeDocument/2006/relationships/customXml" Target="../ink/ink47.xml"/><Relationship Id="rId4" Type="http://schemas.openxmlformats.org/officeDocument/2006/relationships/customXml" Target="../ink/ink44.xml"/><Relationship Id="rId9" Type="http://schemas.openxmlformats.org/officeDocument/2006/relationships/image" Target="../media/image13.png"/><Relationship Id="rId14" Type="http://schemas.openxmlformats.org/officeDocument/2006/relationships/customXml" Target="../ink/ink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393700" y="62191"/>
            <a:ext cx="11404600" cy="721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목표 관리 및 보상을 위한 사이트를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만들거야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서버의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DB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SQL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필요한것에는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Mysql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사용하고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로그는 </a:t>
            </a:r>
            <a:r>
              <a:rPr lang="en-US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noSQL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MongoDB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초기에는 반응형 웹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만들고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추후에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패키징해서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앱도 개발할거야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앱은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Capacitor.js + React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활용한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웹뷰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기반 하이브리드 앱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서버는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Node.js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사용하자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테이블은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Member, Task, Reward, Group, Group member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등이 기본적으로 필요해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기본적으로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사용하는 필드들 알아서 넣어주고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나머지 필드는 하면서 계속 추가해 나가자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회원가입 및 회원 정보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회원가입은 일반 회원가입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구글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애플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카카오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네이버 소셜 로그인 가능하게 해줘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자기 프로필에는 사진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이름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별명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성별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전문분야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관심사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전화번호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이메일을 넣어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전문분야는 해시태그로 입력해서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친구찾기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할 때 이 전문분야로 검색할 수 있어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친구찾기는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이름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전문분야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관심사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전화번호로 가능함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찾기는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이름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전문분야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관심사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전화번호로 가능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가입 탈퇴는 그룹 매니저의 승인이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있을때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가입 가능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탈퇴는 자유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팔로잉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기능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해시태그 기능은 인스타그램과 동일함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초대 링크를 만들어서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자기를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팔로잉하도록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초대 할 수도 있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음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팔로잉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요청은 수락했을 때만 </a:t>
            </a:r>
            <a:r>
              <a:rPr lang="ko-KR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팔로잉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시작 가능</a:t>
            </a:r>
          </a:p>
        </p:txBody>
      </p:sp>
    </p:spTree>
    <p:extLst>
      <p:ext uri="{BB962C8B-B14F-4D97-AF65-F5344CB8AC3E}">
        <p14:creationId xmlns:p14="http://schemas.microsoft.com/office/powerpoint/2010/main" val="165203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393700" y="62191"/>
            <a:ext cx="11404600" cy="7086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카테고리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관리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카테고리는 개인별로 생성해서 사용한다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태스크는 카테고리를 지정할 수도 있고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지정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안할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수도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카테고리는 텍스트와 아이콘이 있다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관리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태스크의 필드는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테스크의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카테고리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(NO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category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 가능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제목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기간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수행 요일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설명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연관 이미지들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태스트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연관 링크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public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여부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태스트에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연관된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 relation,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수행 횟수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관리 그룹 등이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추후 필요에 따라 필드를 추가하자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태스크는 카테고리 지정해서 카테고리 별로 나눠서 볼 수도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관리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그룹을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만들때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설명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대표 이미지를 지정할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그룹의 구성원은 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admin, manager, member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나뉜다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그룹의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admin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manager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member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테스크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생성 및 사용자 지정기능 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그룹의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manager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member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초대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테스크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생성 및 사용자 지정기능 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2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393700" y="62191"/>
            <a:ext cx="11404600" cy="7524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사용자의 태스크 관리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사용자는 본인이 만든 태스크과 그룹에서 지정된 태스크 두개다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태스크를 날짜별로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주간 단위로도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태스크를 완료하면 태스크를 완료했다는 체크를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할수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있고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태스크의 완료를 증명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” (= POC, proof of completion)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하는 사진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링크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코멘트를 같이 올릴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태스크의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해당 태스크에 연결된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사용자에게 주어진다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포인트 또는 사용자나 그룹 매니저가 지정한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한번의 태스크 완료 증명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(POC)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마다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얻을 수 있거나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일부 퍼센티지를 얻을 수 있다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퍼센티지가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100%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되면 해당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얻게 된다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매니저의 태스크 관리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매니저는 태스크를 만들어서 특정사용자 또는 그룹 전체에 지정해줄 수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매니저는 자신이 지정한 태스크를 완료한 멤버의 리스트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완료하지 않은 멤버의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리스트등을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볼 수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매니저는 멤버를 선택해서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본 그룹이 지정했던 태스크를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날짜별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완료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비완료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등으로 편하게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b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그리고 해당 멤버가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public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지정한 태스크도 같은 화면에서 같이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멤버가 태스크를 완료하면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(POC)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매니저에게 알람이 가게 할 수 있음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알람은 추후 진행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매니저는 멤버가 완료한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POC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보고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reward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승인하고 코멘트할 수 있음 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태스크 </a:t>
            </a:r>
            <a:r>
              <a:rPr lang="ko-KR" altLang="en-US" sz="1600" kern="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지정시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자동승인 체크하면 자동으로 승인</a:t>
            </a: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6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CBAE7-7AF9-4676-A6D9-FAB392005E43}"/>
              </a:ext>
            </a:extLst>
          </p:cNvPr>
          <p:cNvSpPr txBox="1"/>
          <p:nvPr/>
        </p:nvSpPr>
        <p:spPr>
          <a:xfrm>
            <a:off x="393700" y="62191"/>
            <a:ext cx="11404600" cy="2689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ko-KR" altLang="en-US" sz="1600" dirty="0"/>
              <a:t>그룹 멤버의 그룹 태스크 보기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그룹 멤버는 자신이 속한 그룹에서 발행된 태스크를 지정해서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태스크가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assign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된 멤버들의 리스트 및 해당 태스크에 대한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POC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현황을 볼 수 있음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(POC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상세 이미지 및 코멘트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달성 여부 등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## </a:t>
            </a:r>
            <a:r>
              <a:rPr lang="en-US" altLang="ko-KR" sz="1600" dirty="0"/>
              <a:t>follower</a:t>
            </a:r>
            <a:r>
              <a:rPr lang="ko-KR" altLang="en-US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followee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r>
              <a:rPr lang="en-US" altLang="ko-KR" sz="16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en-US" altLang="ko-KR" sz="1600" dirty="0"/>
              <a:t> Follower </a:t>
            </a:r>
            <a:r>
              <a:rPr lang="ko-KR" altLang="en-US" sz="1600" dirty="0"/>
              <a:t>는 </a:t>
            </a:r>
            <a:r>
              <a:rPr lang="en-US" altLang="ko-KR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followee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public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만든 태스크 및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POC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현황을 </a:t>
            </a:r>
            <a:r>
              <a:rPr lang="ko-KR" altLang="en-US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볼수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있음 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(POC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상세 이미지 및 코멘트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달성 여부 등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16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1000"/>
              </a:spcAft>
            </a:pP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90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2CC209E-7661-40A8-898B-00B12A07E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8" y="135647"/>
            <a:ext cx="2096662" cy="8498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329E31-02E7-440E-85D0-679B7090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80" y="985519"/>
            <a:ext cx="1875485" cy="451612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2CA2613-5862-49E1-854C-1D555513EBC3}"/>
              </a:ext>
            </a:extLst>
          </p:cNvPr>
          <p:cNvSpPr/>
          <p:nvPr/>
        </p:nvSpPr>
        <p:spPr>
          <a:xfrm>
            <a:off x="2941320" y="914400"/>
            <a:ext cx="8671560" cy="5120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WINDOW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A2A121D-1E2D-4DC1-A46C-5FFBF84C6799}"/>
              </a:ext>
            </a:extLst>
          </p:cNvPr>
          <p:cNvCxnSpPr/>
          <p:nvPr/>
        </p:nvCxnSpPr>
        <p:spPr>
          <a:xfrm flipH="1" flipV="1">
            <a:off x="878840" y="5029200"/>
            <a:ext cx="157480" cy="1249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D6B6AF-8F70-4E74-9BA8-A0E213359EEF}"/>
              </a:ext>
            </a:extLst>
          </p:cNvPr>
          <p:cNvSpPr txBox="1"/>
          <p:nvPr/>
        </p:nvSpPr>
        <p:spPr>
          <a:xfrm>
            <a:off x="698511" y="6166846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MENU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95BA4C-2EC2-4CDE-A393-250ECD52941D}"/>
              </a:ext>
            </a:extLst>
          </p:cNvPr>
          <p:cNvSpPr txBox="1"/>
          <p:nvPr/>
        </p:nvSpPr>
        <p:spPr>
          <a:xfrm>
            <a:off x="3583951" y="375917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LOGO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18155C4-B3B7-45ED-A9BD-465244096482}"/>
              </a:ext>
            </a:extLst>
          </p:cNvPr>
          <p:cNvCxnSpPr>
            <a:cxnSpLocks/>
          </p:cNvCxnSpPr>
          <p:nvPr/>
        </p:nvCxnSpPr>
        <p:spPr>
          <a:xfrm flipH="1">
            <a:off x="2553717" y="513080"/>
            <a:ext cx="871702" cy="269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B0DEC6-BAF4-4D6C-8CE7-7E3FA4BA92E5}"/>
              </a:ext>
            </a:extLst>
          </p:cNvPr>
          <p:cNvSpPr txBox="1"/>
          <p:nvPr/>
        </p:nvSpPr>
        <p:spPr>
          <a:xfrm>
            <a:off x="7759711" y="191251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UI  WIRE FRAME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2E2B5D1-440F-431A-9251-4D8398367C5D}"/>
                  </a:ext>
                </a:extLst>
              </p14:cNvPr>
              <p14:cNvContentPartPr/>
              <p14:nvPr/>
            </p14:nvContentPartPr>
            <p14:xfrm>
              <a:off x="4045091" y="1967987"/>
              <a:ext cx="2892600" cy="18468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2E2B5D1-440F-431A-9251-4D8398367C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9091" y="1895987"/>
                <a:ext cx="2964240" cy="19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058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848E5C9-C50D-416A-89D8-520A4D1DE7EA}"/>
              </a:ext>
            </a:extLst>
          </p:cNvPr>
          <p:cNvSpPr/>
          <p:nvPr/>
        </p:nvSpPr>
        <p:spPr>
          <a:xfrm>
            <a:off x="7001249" y="1933787"/>
            <a:ext cx="5125838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200906-239F-4F34-8F45-AED81D3325A5}"/>
              </a:ext>
            </a:extLst>
          </p:cNvPr>
          <p:cNvSpPr/>
          <p:nvPr/>
        </p:nvSpPr>
        <p:spPr>
          <a:xfrm>
            <a:off x="1727200" y="279400"/>
            <a:ext cx="3378800" cy="563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8289F-633F-483E-8B68-3D227B96F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" y="370205"/>
            <a:ext cx="452120" cy="681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E9091-9775-407C-AFFD-B24E1372B65B}"/>
              </a:ext>
            </a:extLst>
          </p:cNvPr>
          <p:cNvSpPr txBox="1"/>
          <p:nvPr/>
        </p:nvSpPr>
        <p:spPr>
          <a:xfrm>
            <a:off x="304800" y="1052195"/>
            <a:ext cx="157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닉네임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My Task</a:t>
            </a:r>
          </a:p>
          <a:p>
            <a:r>
              <a:rPr lang="en-US" altLang="ko-KR" dirty="0"/>
              <a:t>My Group</a:t>
            </a:r>
          </a:p>
          <a:p>
            <a:r>
              <a:rPr lang="en-US" altLang="ko-KR" dirty="0"/>
              <a:t>My Reward</a:t>
            </a:r>
          </a:p>
          <a:p>
            <a:r>
              <a:rPr lang="en-US" altLang="ko-KR" dirty="0"/>
              <a:t>Statistics</a:t>
            </a:r>
          </a:p>
          <a:p>
            <a:r>
              <a:rPr lang="en-US" altLang="ko-KR" dirty="0"/>
              <a:t>Settings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603D93-7CF8-49AD-B1A3-517F4B5E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63" y="321787"/>
            <a:ext cx="385794" cy="466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455905-EAF2-45CA-90FE-BE155FB70652}"/>
              </a:ext>
            </a:extLst>
          </p:cNvPr>
          <p:cNvSpPr txBox="1"/>
          <p:nvPr/>
        </p:nvSpPr>
        <p:spPr>
          <a:xfrm>
            <a:off x="3132730" y="1309715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&lt;&lt;        TODAY (2025-07-07)          &gt;&gt;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C3BB6-E842-4B1B-A37C-FFFCC9AD5DD6}"/>
              </a:ext>
            </a:extLst>
          </p:cNvPr>
          <p:cNvSpPr txBox="1"/>
          <p:nvPr/>
        </p:nvSpPr>
        <p:spPr>
          <a:xfrm>
            <a:off x="1662810" y="2076569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77061-C8FF-46AB-A2E3-A783FD68AD1B}"/>
              </a:ext>
            </a:extLst>
          </p:cNvPr>
          <p:cNvSpPr txBox="1"/>
          <p:nvPr/>
        </p:nvSpPr>
        <p:spPr>
          <a:xfrm>
            <a:off x="3034410" y="2076569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C62646-E14C-4870-BE50-DB7FAF3C33EB}"/>
              </a:ext>
            </a:extLst>
          </p:cNvPr>
          <p:cNvSpPr/>
          <p:nvPr/>
        </p:nvSpPr>
        <p:spPr>
          <a:xfrm>
            <a:off x="5921095" y="2084496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141AAB-EBE2-4524-88CC-508D30AB1133}"/>
              </a:ext>
            </a:extLst>
          </p:cNvPr>
          <p:cNvSpPr/>
          <p:nvPr/>
        </p:nvSpPr>
        <p:spPr>
          <a:xfrm>
            <a:off x="9996250" y="2076569"/>
            <a:ext cx="114063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사진추가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CE6EFE-74FB-40FE-8575-8AF00276A0C2}"/>
              </a:ext>
            </a:extLst>
          </p:cNvPr>
          <p:cNvSpPr txBox="1"/>
          <p:nvPr/>
        </p:nvSpPr>
        <p:spPr>
          <a:xfrm>
            <a:off x="7171127" y="2079339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comments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C2EFE-03AA-4506-9F09-4EADF2A0ABDD}"/>
              </a:ext>
            </a:extLst>
          </p:cNvPr>
          <p:cNvSpPr txBox="1"/>
          <p:nvPr/>
        </p:nvSpPr>
        <p:spPr>
          <a:xfrm>
            <a:off x="1662810" y="2733675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7FBFBB-F808-4DCA-ABEA-80517C9DDB2B}"/>
              </a:ext>
            </a:extLst>
          </p:cNvPr>
          <p:cNvSpPr txBox="1"/>
          <p:nvPr/>
        </p:nvSpPr>
        <p:spPr>
          <a:xfrm>
            <a:off x="3034410" y="2733675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8BAC53-C383-4D7E-84C8-18D596AD2023}"/>
              </a:ext>
            </a:extLst>
          </p:cNvPr>
          <p:cNvSpPr/>
          <p:nvPr/>
        </p:nvSpPr>
        <p:spPr>
          <a:xfrm>
            <a:off x="5915207" y="2733675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CF1EAB-A329-4BA6-A0CC-D11497CE2CBF}"/>
              </a:ext>
            </a:extLst>
          </p:cNvPr>
          <p:cNvSpPr/>
          <p:nvPr/>
        </p:nvSpPr>
        <p:spPr>
          <a:xfrm>
            <a:off x="10916025" y="2733675"/>
            <a:ext cx="115644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AD8B6-D82D-4ACB-B77B-132270687403}"/>
              </a:ext>
            </a:extLst>
          </p:cNvPr>
          <p:cNvSpPr txBox="1"/>
          <p:nvPr/>
        </p:nvSpPr>
        <p:spPr>
          <a:xfrm>
            <a:off x="8111421" y="2733675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comments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94A4D1-3239-423B-93A6-EA2F41CF536B}"/>
              </a:ext>
            </a:extLst>
          </p:cNvPr>
          <p:cNvSpPr txBox="1"/>
          <p:nvPr/>
        </p:nvSpPr>
        <p:spPr>
          <a:xfrm>
            <a:off x="1644881" y="3385662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2FA3BE-83A6-4D13-A5C4-D2F5C56A6C40}"/>
              </a:ext>
            </a:extLst>
          </p:cNvPr>
          <p:cNvSpPr txBox="1"/>
          <p:nvPr/>
        </p:nvSpPr>
        <p:spPr>
          <a:xfrm>
            <a:off x="3016481" y="3385662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3F98AE-A6B8-49DD-8E55-07F226472342}"/>
              </a:ext>
            </a:extLst>
          </p:cNvPr>
          <p:cNvSpPr/>
          <p:nvPr/>
        </p:nvSpPr>
        <p:spPr>
          <a:xfrm>
            <a:off x="5897278" y="3385662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53CB261-E420-486E-83EE-DCB959B49BBA}"/>
              </a:ext>
            </a:extLst>
          </p:cNvPr>
          <p:cNvSpPr/>
          <p:nvPr/>
        </p:nvSpPr>
        <p:spPr>
          <a:xfrm>
            <a:off x="10898096" y="3385662"/>
            <a:ext cx="115644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123E25-D21A-4D6A-BCC3-FA3CB459416B}"/>
              </a:ext>
            </a:extLst>
          </p:cNvPr>
          <p:cNvSpPr txBox="1"/>
          <p:nvPr/>
        </p:nvSpPr>
        <p:spPr>
          <a:xfrm>
            <a:off x="8093492" y="3385662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comments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381944-9DC1-4E04-B10F-EF20AE4D38A0}"/>
              </a:ext>
            </a:extLst>
          </p:cNvPr>
          <p:cNvSpPr txBox="1"/>
          <p:nvPr/>
        </p:nvSpPr>
        <p:spPr>
          <a:xfrm>
            <a:off x="1644881" y="4037649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AB9A5-5C7D-408A-B28F-B7B39F6A6C63}"/>
              </a:ext>
            </a:extLst>
          </p:cNvPr>
          <p:cNvSpPr txBox="1"/>
          <p:nvPr/>
        </p:nvSpPr>
        <p:spPr>
          <a:xfrm>
            <a:off x="3016481" y="4037649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43AAAE-527E-4D2D-8818-94AD221A5146}"/>
              </a:ext>
            </a:extLst>
          </p:cNvPr>
          <p:cNvSpPr/>
          <p:nvPr/>
        </p:nvSpPr>
        <p:spPr>
          <a:xfrm>
            <a:off x="5897278" y="4037649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CA9A92-FC42-4D68-80E0-E248FFCDBABF}"/>
              </a:ext>
            </a:extLst>
          </p:cNvPr>
          <p:cNvSpPr/>
          <p:nvPr/>
        </p:nvSpPr>
        <p:spPr>
          <a:xfrm>
            <a:off x="10898096" y="4037649"/>
            <a:ext cx="115644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3FAC1A-DE42-4F2E-90CB-01F3A9FA3C4D}"/>
              </a:ext>
            </a:extLst>
          </p:cNvPr>
          <p:cNvSpPr txBox="1"/>
          <p:nvPr/>
        </p:nvSpPr>
        <p:spPr>
          <a:xfrm>
            <a:off x="8093492" y="4037649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comments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C9943A96-D69F-43C0-A5A3-7069C17A4493}"/>
                  </a:ext>
                </a:extLst>
              </p14:cNvPr>
              <p14:cNvContentPartPr/>
              <p14:nvPr/>
            </p14:nvContentPartPr>
            <p14:xfrm>
              <a:off x="11600113" y="2190063"/>
              <a:ext cx="360" cy="36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C9943A96-D69F-43C0-A5A3-7069C17A44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591473" y="21814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4D76B860-69C7-45F3-A49C-559D324BDE0D}"/>
                  </a:ext>
                </a:extLst>
              </p14:cNvPr>
              <p14:cNvContentPartPr/>
              <p14:nvPr/>
            </p14:nvContentPartPr>
            <p14:xfrm>
              <a:off x="11606953" y="2340183"/>
              <a:ext cx="360" cy="36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4D76B860-69C7-45F3-A49C-559D324BDE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598313" y="233154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C20549BA-3716-47DB-96CE-54448FE30424}"/>
              </a:ext>
            </a:extLst>
          </p:cNvPr>
          <p:cNvSpPr txBox="1"/>
          <p:nvPr/>
        </p:nvSpPr>
        <p:spPr>
          <a:xfrm>
            <a:off x="8087372" y="1358947"/>
            <a:ext cx="14782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WEEK VIEW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9AB063B-4EE2-4013-921D-C4E3FD1B18BC}"/>
              </a:ext>
            </a:extLst>
          </p:cNvPr>
          <p:cNvGrpSpPr/>
          <p:nvPr/>
        </p:nvGrpSpPr>
        <p:grpSpPr>
          <a:xfrm>
            <a:off x="8919880" y="863240"/>
            <a:ext cx="474120" cy="471960"/>
            <a:chOff x="8919880" y="863240"/>
            <a:chExt cx="474120" cy="47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40122152-F8FB-478D-BA6F-F759C7535CF3}"/>
                    </a:ext>
                  </a:extLst>
                </p14:cNvPr>
                <p14:cNvContentPartPr/>
                <p14:nvPr/>
              </p14:nvContentPartPr>
              <p14:xfrm>
                <a:off x="8965600" y="863240"/>
                <a:ext cx="223920" cy="4719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40122152-F8FB-478D-BA6F-F759C7535CF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56960" y="854240"/>
                  <a:ext cx="2415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9C1A7C0-890F-47FA-8E1C-4DC9C67EFD09}"/>
                    </a:ext>
                  </a:extLst>
                </p14:cNvPr>
                <p14:cNvContentPartPr/>
                <p14:nvPr/>
              </p14:nvContentPartPr>
              <p14:xfrm>
                <a:off x="8919880" y="990320"/>
                <a:ext cx="474120" cy="3052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9C1A7C0-890F-47FA-8E1C-4DC9C67EFD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11240" y="981320"/>
                  <a:ext cx="491760" cy="322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39E76EC-99E6-4CA3-815A-339C46FF1BE0}"/>
              </a:ext>
            </a:extLst>
          </p:cNvPr>
          <p:cNvSpPr txBox="1"/>
          <p:nvPr/>
        </p:nvSpPr>
        <p:spPr>
          <a:xfrm>
            <a:off x="6441539" y="445694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Next day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4547B79-0DF3-4E3A-BB4B-A3210DB2FF58}"/>
              </a:ext>
            </a:extLst>
          </p:cNvPr>
          <p:cNvCxnSpPr/>
          <p:nvPr/>
        </p:nvCxnSpPr>
        <p:spPr>
          <a:xfrm>
            <a:off x="6929120" y="787954"/>
            <a:ext cx="213360" cy="570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F0CC639-AAD2-4217-A4B2-8ED695161D08}"/>
              </a:ext>
            </a:extLst>
          </p:cNvPr>
          <p:cNvSpPr txBox="1"/>
          <p:nvPr/>
        </p:nvSpPr>
        <p:spPr>
          <a:xfrm>
            <a:off x="9169400" y="568960"/>
            <a:ext cx="2726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WEEK view, DAY VIEW toggle button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7ECA8E-9215-433E-BA89-7BB5F41BBE87}"/>
              </a:ext>
            </a:extLst>
          </p:cNvPr>
          <p:cNvSpPr txBox="1"/>
          <p:nvPr/>
        </p:nvSpPr>
        <p:spPr>
          <a:xfrm>
            <a:off x="1702670" y="918956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PREV DAY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2617414-5726-4925-95C9-144A7ADB76E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01601" y="1222921"/>
            <a:ext cx="531129" cy="271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1C454A0C-007C-405D-8421-E42DA646C369}"/>
                  </a:ext>
                </a:extLst>
              </p14:cNvPr>
              <p14:cNvContentPartPr/>
              <p14:nvPr/>
            </p14:nvContentPartPr>
            <p14:xfrm>
              <a:off x="2519440" y="4815320"/>
              <a:ext cx="360" cy="36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1C454A0C-007C-405D-8421-E42DA646C36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10440" y="48066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그룹 52">
            <a:extLst>
              <a:ext uri="{FF2B5EF4-FFF2-40B4-BE49-F238E27FC236}">
                <a16:creationId xmlns:a16="http://schemas.microsoft.com/office/drawing/2014/main" id="{3AA00F9F-ED4C-4B86-A399-E5B2F12FDEC6}"/>
              </a:ext>
            </a:extLst>
          </p:cNvPr>
          <p:cNvGrpSpPr/>
          <p:nvPr/>
        </p:nvGrpSpPr>
        <p:grpSpPr>
          <a:xfrm>
            <a:off x="1584520" y="4739360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C356B16E-2514-4BD4-87EB-0E11AD748E5C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C356B16E-2514-4BD4-87EB-0E11AD748E5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88629615-A3A6-485B-8BF2-A664AD8A41C8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88629615-A3A6-485B-8BF2-A664AD8A41C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FD03778B-016C-4D6F-990D-BBC4DAE7647E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FD03778B-016C-4D6F-990D-BBC4DAE7647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A753E20C-ADFD-4666-AF62-8B940D6C0A85}"/>
              </a:ext>
            </a:extLst>
          </p:cNvPr>
          <p:cNvSpPr txBox="1"/>
          <p:nvPr/>
        </p:nvSpPr>
        <p:spPr>
          <a:xfrm>
            <a:off x="2116944" y="4856015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New task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78BF50-F27C-4041-A266-2AD7836D7FA7}"/>
              </a:ext>
            </a:extLst>
          </p:cNvPr>
          <p:cNvSpPr txBox="1"/>
          <p:nvPr/>
        </p:nvSpPr>
        <p:spPr>
          <a:xfrm>
            <a:off x="4331599" y="5674382"/>
            <a:ext cx="2726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Pop Up Link to detail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6383425-503C-48D8-8CE2-D3E7E0AB7081}"/>
              </a:ext>
            </a:extLst>
          </p:cNvPr>
          <p:cNvCxnSpPr>
            <a:cxnSpLocks/>
          </p:cNvCxnSpPr>
          <p:nvPr/>
        </p:nvCxnSpPr>
        <p:spPr>
          <a:xfrm flipV="1">
            <a:off x="7353443" y="4577578"/>
            <a:ext cx="217730" cy="107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03C5E5B-2D46-4ACE-B748-64E4B2F5823D}"/>
              </a:ext>
            </a:extLst>
          </p:cNvPr>
          <p:cNvSpPr txBox="1"/>
          <p:nvPr/>
        </p:nvSpPr>
        <p:spPr>
          <a:xfrm>
            <a:off x="8425788" y="6089140"/>
            <a:ext cx="2726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My Comments for this task for today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4363849-63DC-4240-876C-29BFEC754D99}"/>
              </a:ext>
            </a:extLst>
          </p:cNvPr>
          <p:cNvCxnSpPr>
            <a:cxnSpLocks/>
          </p:cNvCxnSpPr>
          <p:nvPr/>
        </p:nvCxnSpPr>
        <p:spPr>
          <a:xfrm flipH="1" flipV="1">
            <a:off x="8500372" y="4402076"/>
            <a:ext cx="253969" cy="168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6431F52-82BF-4A57-833C-7A62315D04E8}"/>
              </a:ext>
            </a:extLst>
          </p:cNvPr>
          <p:cNvSpPr txBox="1"/>
          <p:nvPr/>
        </p:nvSpPr>
        <p:spPr>
          <a:xfrm>
            <a:off x="9901786" y="5116562"/>
            <a:ext cx="2726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Upload image of my task for the proof of completion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369F336-38C7-4120-8A1B-B82AF1AD9F6C}"/>
              </a:ext>
            </a:extLst>
          </p:cNvPr>
          <p:cNvCxnSpPr>
            <a:cxnSpLocks/>
          </p:cNvCxnSpPr>
          <p:nvPr/>
        </p:nvCxnSpPr>
        <p:spPr>
          <a:xfrm flipV="1">
            <a:off x="11040341" y="4464576"/>
            <a:ext cx="114778" cy="699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74D88C9-F06F-4BA5-976E-2B033EC7B48A}"/>
              </a:ext>
            </a:extLst>
          </p:cNvPr>
          <p:cNvCxnSpPr>
            <a:cxnSpLocks/>
          </p:cNvCxnSpPr>
          <p:nvPr/>
        </p:nvCxnSpPr>
        <p:spPr>
          <a:xfrm flipV="1">
            <a:off x="5921095" y="4529775"/>
            <a:ext cx="217730" cy="107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843517B-1E2F-4714-8577-11DC4DDFC16C}"/>
              </a:ext>
            </a:extLst>
          </p:cNvPr>
          <p:cNvSpPr txBox="1"/>
          <p:nvPr/>
        </p:nvSpPr>
        <p:spPr>
          <a:xfrm>
            <a:off x="6876318" y="5969294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DONE check box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673674-0F18-46BF-B906-6FB0B9CEBD7D}"/>
              </a:ext>
            </a:extLst>
          </p:cNvPr>
          <p:cNvSpPr txBox="1"/>
          <p:nvPr/>
        </p:nvSpPr>
        <p:spPr>
          <a:xfrm>
            <a:off x="2067560" y="3702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Find Task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214ED37-7B69-4871-BCA7-E635FDE49184}"/>
              </a:ext>
            </a:extLst>
          </p:cNvPr>
          <p:cNvSpPr/>
          <p:nvPr/>
        </p:nvSpPr>
        <p:spPr>
          <a:xfrm>
            <a:off x="11235101" y="2084496"/>
            <a:ext cx="819441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완료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0DB24A7-C3DF-4729-AABF-667300DE9C28}"/>
              </a:ext>
            </a:extLst>
          </p:cNvPr>
          <p:cNvSpPr/>
          <p:nvPr/>
        </p:nvSpPr>
        <p:spPr>
          <a:xfrm>
            <a:off x="1755244" y="1883449"/>
            <a:ext cx="2654365" cy="315589"/>
          </a:xfrm>
          <a:prstGeom prst="rect">
            <a:avLst/>
          </a:prstGeom>
          <a:solidFill>
            <a:schemeClr val="lt1">
              <a:alpha val="2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COMPLETE!</a:t>
            </a:r>
            <a:endParaRPr lang="ko-KR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40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99D04-2E8D-4BEF-90D8-A7E192F84FE9}"/>
              </a:ext>
            </a:extLst>
          </p:cNvPr>
          <p:cNvSpPr txBox="1"/>
          <p:nvPr/>
        </p:nvSpPr>
        <p:spPr>
          <a:xfrm>
            <a:off x="8277663" y="5671627"/>
            <a:ext cx="36601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Base is gray scale photo. Coloring the photo according to the completion rate of the task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CAE28-4F22-495E-B521-D75EB165DD87}"/>
              </a:ext>
            </a:extLst>
          </p:cNvPr>
          <p:cNvSpPr txBox="1"/>
          <p:nvPr/>
        </p:nvSpPr>
        <p:spPr>
          <a:xfrm>
            <a:off x="1144650" y="1207889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14BF3-CFB0-4094-8EF8-110C7C81CF29}"/>
              </a:ext>
            </a:extLst>
          </p:cNvPr>
          <p:cNvSpPr txBox="1"/>
          <p:nvPr/>
        </p:nvSpPr>
        <p:spPr>
          <a:xfrm>
            <a:off x="2516250" y="1207889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F53B0-D906-4061-BAB6-F7F57529E508}"/>
              </a:ext>
            </a:extLst>
          </p:cNvPr>
          <p:cNvSpPr/>
          <p:nvPr/>
        </p:nvSpPr>
        <p:spPr>
          <a:xfrm>
            <a:off x="1107439" y="2732901"/>
            <a:ext cx="3386943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PHOTOs of the current task Thumbnails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10855-D127-42B0-970C-B28EDF2F2932}"/>
              </a:ext>
            </a:extLst>
          </p:cNvPr>
          <p:cNvSpPr txBox="1"/>
          <p:nvPr/>
        </p:nvSpPr>
        <p:spPr>
          <a:xfrm>
            <a:off x="8757688" y="64753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REWARD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88083-2E7C-4222-89D2-4A5960405CEF}"/>
              </a:ext>
            </a:extLst>
          </p:cNvPr>
          <p:cNvSpPr txBox="1"/>
          <p:nvPr/>
        </p:nvSpPr>
        <p:spPr>
          <a:xfrm>
            <a:off x="8814179" y="1186373"/>
            <a:ext cx="312358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하루에 </a:t>
            </a:r>
            <a:r>
              <a:rPr lang="en-US" altLang="ko-KR" dirty="0"/>
              <a:t>100</a:t>
            </a:r>
            <a:r>
              <a:rPr lang="ko-KR" altLang="en-US" dirty="0"/>
              <a:t>포인트</a:t>
            </a:r>
            <a:endParaRPr lang="en-US" altLang="ko-KR" dirty="0"/>
          </a:p>
          <a:p>
            <a:r>
              <a:rPr lang="en-US" altLang="ko-KR" dirty="0"/>
              <a:t>- 7</a:t>
            </a:r>
            <a:r>
              <a:rPr lang="ko-KR" altLang="en-US" dirty="0"/>
              <a:t>일 연속 </a:t>
            </a:r>
            <a:r>
              <a:rPr lang="ko-KR" altLang="en-US" dirty="0" err="1"/>
              <a:t>달성시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포인트 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ECB882-787B-43EC-A76B-369888125E04}"/>
              </a:ext>
            </a:extLst>
          </p:cNvPr>
          <p:cNvSpPr/>
          <p:nvPr/>
        </p:nvSpPr>
        <p:spPr>
          <a:xfrm>
            <a:off x="8757689" y="2777746"/>
            <a:ext cx="3180080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 of the reward which is linked to the current task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753BB-4884-444E-9023-A08DDF373C64}"/>
              </a:ext>
            </a:extLst>
          </p:cNvPr>
          <p:cNvSpPr txBox="1"/>
          <p:nvPr/>
        </p:nvSpPr>
        <p:spPr>
          <a:xfrm>
            <a:off x="1107440" y="5252918"/>
            <a:ext cx="3392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URL link of the current task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C1FD9-8AB6-4205-859C-840DF96BB60F}"/>
              </a:ext>
            </a:extLst>
          </p:cNvPr>
          <p:cNvSpPr txBox="1"/>
          <p:nvPr/>
        </p:nvSpPr>
        <p:spPr>
          <a:xfrm>
            <a:off x="1107440" y="5808345"/>
            <a:ext cx="3392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URL link of the current task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3424D-A1B9-4FE1-B0A2-188456D22184}"/>
              </a:ext>
            </a:extLst>
          </p:cNvPr>
          <p:cNvSpPr txBox="1"/>
          <p:nvPr/>
        </p:nvSpPr>
        <p:spPr>
          <a:xfrm>
            <a:off x="1107440" y="6363772"/>
            <a:ext cx="3392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URL link of the current task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31B80-A97F-4F75-A762-8EE7A5D93040}"/>
              </a:ext>
            </a:extLst>
          </p:cNvPr>
          <p:cNvSpPr txBox="1"/>
          <p:nvPr/>
        </p:nvSpPr>
        <p:spPr>
          <a:xfrm>
            <a:off x="1112520" y="1648038"/>
            <a:ext cx="338694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Details of the task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C36408-C909-4037-BCCD-80A65EE01FDD}"/>
              </a:ext>
            </a:extLst>
          </p:cNvPr>
          <p:cNvSpPr txBox="1"/>
          <p:nvPr/>
        </p:nvSpPr>
        <p:spPr>
          <a:xfrm>
            <a:off x="4932564" y="619875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POC (proof of completion)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197A1-FA47-4D29-83B8-E7FEC3212682}"/>
              </a:ext>
            </a:extLst>
          </p:cNvPr>
          <p:cNvSpPr txBox="1"/>
          <p:nvPr/>
        </p:nvSpPr>
        <p:spPr>
          <a:xfrm>
            <a:off x="5005885" y="1207889"/>
            <a:ext cx="318007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Comments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E8F9D9-D6BB-4500-89D6-EFB23CC6D24A}"/>
              </a:ext>
            </a:extLst>
          </p:cNvPr>
          <p:cNvSpPr/>
          <p:nvPr/>
        </p:nvSpPr>
        <p:spPr>
          <a:xfrm>
            <a:off x="5005884" y="2732901"/>
            <a:ext cx="3180080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PHOTOs of the POC</a:t>
            </a:r>
            <a:br>
              <a:rPr lang="en-US" altLang="ko-KR" dirty="0"/>
            </a:br>
            <a:r>
              <a:rPr lang="en-US" altLang="ko-KR" dirty="0"/>
              <a:t>Thumbnails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72A39-FCEB-49A0-8AD4-0FA71EC8FF7E}"/>
              </a:ext>
            </a:extLst>
          </p:cNvPr>
          <p:cNvSpPr txBox="1"/>
          <p:nvPr/>
        </p:nvSpPr>
        <p:spPr>
          <a:xfrm>
            <a:off x="1107440" y="573125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TASK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7CEFF-372D-4367-96B9-144F38F1C7CE}"/>
              </a:ext>
            </a:extLst>
          </p:cNvPr>
          <p:cNvSpPr txBox="1"/>
          <p:nvPr/>
        </p:nvSpPr>
        <p:spPr>
          <a:xfrm>
            <a:off x="740295" y="218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Detail TASK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56AA5EE-03DE-4AB2-ABFE-F46E83C400A0}"/>
              </a:ext>
            </a:extLst>
          </p:cNvPr>
          <p:cNvCxnSpPr>
            <a:cxnSpLocks/>
          </p:cNvCxnSpPr>
          <p:nvPr/>
        </p:nvCxnSpPr>
        <p:spPr>
          <a:xfrm flipV="1">
            <a:off x="9206345" y="5366906"/>
            <a:ext cx="467591" cy="34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09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99D04-2E8D-4BEF-90D8-A7E192F84FE9}"/>
              </a:ext>
            </a:extLst>
          </p:cNvPr>
          <p:cNvSpPr txBox="1"/>
          <p:nvPr/>
        </p:nvSpPr>
        <p:spPr>
          <a:xfrm>
            <a:off x="294640" y="54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New task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CAE28-4F22-495E-B521-D75EB165DD87}"/>
              </a:ext>
            </a:extLst>
          </p:cNvPr>
          <p:cNvSpPr txBox="1"/>
          <p:nvPr/>
        </p:nvSpPr>
        <p:spPr>
          <a:xfrm>
            <a:off x="1094832" y="1746055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114BF3-CFB0-4094-8EF8-110C7C81CF29}"/>
              </a:ext>
            </a:extLst>
          </p:cNvPr>
          <p:cNvSpPr txBox="1"/>
          <p:nvPr/>
        </p:nvSpPr>
        <p:spPr>
          <a:xfrm>
            <a:off x="2466432" y="1746055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TASK TITLE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F53B0-D906-4061-BAB6-F7F57529E508}"/>
              </a:ext>
            </a:extLst>
          </p:cNvPr>
          <p:cNvSpPr/>
          <p:nvPr/>
        </p:nvSpPr>
        <p:spPr>
          <a:xfrm>
            <a:off x="2318060" y="3095984"/>
            <a:ext cx="3180080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PHOTOs of the current task</a:t>
            </a:r>
          </a:p>
          <a:p>
            <a:pPr algn="ctr"/>
            <a:r>
              <a:rPr lang="en-US" altLang="ko-KR" dirty="0"/>
              <a:t>Thumb</a:t>
            </a:r>
            <a:r>
              <a:rPr lang="ko-KR" altLang="en-US" dirty="0"/>
              <a:t> </a:t>
            </a:r>
            <a:r>
              <a:rPr lang="en-US" altLang="ko-KR" dirty="0"/>
              <a:t>nails 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10855-D127-42B0-970C-B28EDF2F2932}"/>
              </a:ext>
            </a:extLst>
          </p:cNvPr>
          <p:cNvSpPr txBox="1"/>
          <p:nvPr/>
        </p:nvSpPr>
        <p:spPr>
          <a:xfrm>
            <a:off x="10593539" y="393809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Each POC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88083-2E7C-4222-89D2-4A5960405CEF}"/>
              </a:ext>
            </a:extLst>
          </p:cNvPr>
          <p:cNvSpPr txBox="1"/>
          <p:nvPr/>
        </p:nvSpPr>
        <p:spPr>
          <a:xfrm>
            <a:off x="6574939" y="1598382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Details of the Rewards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ECB882-787B-43EC-A76B-369888125E04}"/>
              </a:ext>
            </a:extLst>
          </p:cNvPr>
          <p:cNvSpPr/>
          <p:nvPr/>
        </p:nvSpPr>
        <p:spPr>
          <a:xfrm>
            <a:off x="10260842" y="630631"/>
            <a:ext cx="1648635" cy="1372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 of the reward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753BB-4884-444E-9023-A08DDF373C64}"/>
              </a:ext>
            </a:extLst>
          </p:cNvPr>
          <p:cNvSpPr txBox="1"/>
          <p:nvPr/>
        </p:nvSpPr>
        <p:spPr>
          <a:xfrm>
            <a:off x="2318060" y="5975909"/>
            <a:ext cx="3392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URL link of the current task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4FB439-3686-4260-89DF-B0354956DF73}"/>
              </a:ext>
            </a:extLst>
          </p:cNvPr>
          <p:cNvSpPr/>
          <p:nvPr/>
        </p:nvSpPr>
        <p:spPr>
          <a:xfrm>
            <a:off x="796906" y="5581832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ADD Link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9C85F-EA1D-4741-82B0-A631665F697E}"/>
              </a:ext>
            </a:extLst>
          </p:cNvPr>
          <p:cNvSpPr txBox="1"/>
          <p:nvPr/>
        </p:nvSpPr>
        <p:spPr>
          <a:xfrm>
            <a:off x="72219" y="4666736"/>
            <a:ext cx="2045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여러 개 추가 가능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4B5B6A8-0553-44EE-902A-7A7899404456}"/>
              </a:ext>
            </a:extLst>
          </p:cNvPr>
          <p:cNvCxnSpPr>
            <a:cxnSpLocks/>
          </p:cNvCxnSpPr>
          <p:nvPr/>
        </p:nvCxnSpPr>
        <p:spPr>
          <a:xfrm>
            <a:off x="797153" y="5012194"/>
            <a:ext cx="646549" cy="43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060FF3-7C42-4BAC-9B5E-1CFFADC313B4}"/>
              </a:ext>
            </a:extLst>
          </p:cNvPr>
          <p:cNvSpPr txBox="1"/>
          <p:nvPr/>
        </p:nvSpPr>
        <p:spPr>
          <a:xfrm>
            <a:off x="2312162" y="5580640"/>
            <a:ext cx="33920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URL link of the current task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032161-82C5-43FF-A028-278894A55ED7}"/>
              </a:ext>
            </a:extLst>
          </p:cNvPr>
          <p:cNvSpPr txBox="1"/>
          <p:nvPr/>
        </p:nvSpPr>
        <p:spPr>
          <a:xfrm>
            <a:off x="1057622" y="2135404"/>
            <a:ext cx="428752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Details of the task </a:t>
            </a:r>
            <a:r>
              <a:rPr lang="ko-KR" altLang="en-US" dirty="0"/>
              <a:t>입력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F8B3709-A72F-4FA0-AD84-CC81289261D3}"/>
              </a:ext>
            </a:extLst>
          </p:cNvPr>
          <p:cNvSpPr/>
          <p:nvPr/>
        </p:nvSpPr>
        <p:spPr>
          <a:xfrm>
            <a:off x="10753031" y="6245718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SAVE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61186-125C-4B14-8A28-BA5D5C60695C}"/>
              </a:ext>
            </a:extLst>
          </p:cNvPr>
          <p:cNvSpPr txBox="1"/>
          <p:nvPr/>
        </p:nvSpPr>
        <p:spPr>
          <a:xfrm>
            <a:off x="7277552" y="3664317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0, 5, 100, 200, </a:t>
            </a:r>
            <a:r>
              <a:rPr lang="en-US" altLang="ko-KR" dirty="0" err="1"/>
              <a:t>etc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4FBFD5-2C65-455F-BD05-340EC50A9C7D}"/>
              </a:ext>
            </a:extLst>
          </p:cNvPr>
          <p:cNvSpPr txBox="1"/>
          <p:nvPr/>
        </p:nvSpPr>
        <p:spPr>
          <a:xfrm>
            <a:off x="6386742" y="367939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Point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E30514E-F448-4671-B64D-D7B90FF0441C}"/>
              </a:ext>
            </a:extLst>
          </p:cNvPr>
          <p:cNvSpPr/>
          <p:nvPr/>
        </p:nvSpPr>
        <p:spPr>
          <a:xfrm>
            <a:off x="1128288" y="3337106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 PHOTO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531A3CA-CBDA-40B0-924B-01E98826B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126" y="3890475"/>
            <a:ext cx="600159" cy="51442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2E492BC-2EDD-4459-B231-7BF338C0C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6170" y="3347159"/>
            <a:ext cx="628738" cy="35247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263F47-CD79-40A2-81FD-F03DFDF15326}"/>
              </a:ext>
            </a:extLst>
          </p:cNvPr>
          <p:cNvSpPr txBox="1"/>
          <p:nvPr/>
        </p:nvSpPr>
        <p:spPr>
          <a:xfrm>
            <a:off x="6574939" y="78812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REWARD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BF0CF9-6736-4BD6-A788-F9AF6F9A4280}"/>
              </a:ext>
            </a:extLst>
          </p:cNvPr>
          <p:cNvSpPr txBox="1"/>
          <p:nvPr/>
        </p:nvSpPr>
        <p:spPr>
          <a:xfrm>
            <a:off x="10540873" y="3319178"/>
            <a:ext cx="1518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Whole task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E54C1E-A78F-45D1-A693-09F9B1EC4882}"/>
              </a:ext>
            </a:extLst>
          </p:cNvPr>
          <p:cNvSpPr txBox="1"/>
          <p:nvPr/>
        </p:nvSpPr>
        <p:spPr>
          <a:xfrm>
            <a:off x="9625043" y="2193179"/>
            <a:ext cx="124137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2 %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56F54E-8A5E-4483-B680-B507B5E7111D}"/>
              </a:ext>
            </a:extLst>
          </p:cNvPr>
          <p:cNvSpPr txBox="1"/>
          <p:nvPr/>
        </p:nvSpPr>
        <p:spPr>
          <a:xfrm>
            <a:off x="6574939" y="2219094"/>
            <a:ext cx="505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Earning Rate for each POC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87FA5F-5605-4998-800D-CF72CFA5C262}"/>
              </a:ext>
            </a:extLst>
          </p:cNvPr>
          <p:cNvSpPr txBox="1"/>
          <p:nvPr/>
        </p:nvSpPr>
        <p:spPr>
          <a:xfrm>
            <a:off x="1126409" y="809724"/>
            <a:ext cx="19673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시작일 </a:t>
            </a:r>
            <a:r>
              <a:rPr lang="en-US" altLang="ko-KR" dirty="0"/>
              <a:t>~ </a:t>
            </a:r>
            <a:r>
              <a:rPr lang="ko-KR" altLang="en-US" dirty="0"/>
              <a:t>종료일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2354D6-7577-447A-A6D6-642A0A984DCD}"/>
              </a:ext>
            </a:extLst>
          </p:cNvPr>
          <p:cNvSpPr txBox="1"/>
          <p:nvPr/>
        </p:nvSpPr>
        <p:spPr>
          <a:xfrm>
            <a:off x="3389225" y="800818"/>
            <a:ext cx="2440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월 화 수 목 금 토 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70F503-36F5-4994-B690-5A45CC052B6C}"/>
              </a:ext>
            </a:extLst>
          </p:cNvPr>
          <p:cNvSpPr txBox="1"/>
          <p:nvPr/>
        </p:nvSpPr>
        <p:spPr>
          <a:xfrm>
            <a:off x="6390640" y="2529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요일 중복 선택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349562D-2AEF-4D44-8059-E50618FE6485}"/>
              </a:ext>
            </a:extLst>
          </p:cNvPr>
          <p:cNvCxnSpPr>
            <a:cxnSpLocks/>
          </p:cNvCxnSpPr>
          <p:nvPr/>
        </p:nvCxnSpPr>
        <p:spPr>
          <a:xfrm flipH="1">
            <a:off x="5394960" y="512447"/>
            <a:ext cx="910891" cy="266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E234875-67FA-45C6-9193-F095E7D0BD10}"/>
              </a:ext>
            </a:extLst>
          </p:cNvPr>
          <p:cNvCxnSpPr>
            <a:cxnSpLocks/>
          </p:cNvCxnSpPr>
          <p:nvPr/>
        </p:nvCxnSpPr>
        <p:spPr>
          <a:xfrm flipV="1">
            <a:off x="754681" y="4007264"/>
            <a:ext cx="734741" cy="639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7249321-8A37-4EEF-83E6-2839403B7425}"/>
              </a:ext>
            </a:extLst>
          </p:cNvPr>
          <p:cNvGrpSpPr/>
          <p:nvPr/>
        </p:nvGrpSpPr>
        <p:grpSpPr>
          <a:xfrm>
            <a:off x="6196342" y="6148486"/>
            <a:ext cx="670320" cy="628560"/>
            <a:chOff x="7217833" y="1828623"/>
            <a:chExt cx="67032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4683C0B5-AAE5-4678-A379-B17DE60E8C74}"/>
                    </a:ext>
                  </a:extLst>
                </p14:cNvPr>
                <p14:cNvContentPartPr/>
                <p14:nvPr/>
              </p14:nvContentPartPr>
              <p14:xfrm>
                <a:off x="7217833" y="2074143"/>
                <a:ext cx="438840" cy="3830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4683C0B5-AAE5-4678-A379-B17DE60E8C7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09193" y="2065143"/>
                  <a:ext cx="4564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099287B9-E703-44F6-91DD-6052053ACAEA}"/>
                    </a:ext>
                  </a:extLst>
                </p14:cNvPr>
                <p14:cNvContentPartPr/>
                <p14:nvPr/>
              </p14:nvContentPartPr>
              <p14:xfrm>
                <a:off x="7308193" y="1828623"/>
                <a:ext cx="579960" cy="45180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099287B9-E703-44F6-91DD-6052053ACAE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99193" y="1819623"/>
                  <a:ext cx="597600" cy="46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F7624CD-9F2D-44C0-8244-28FC6435DE5A}"/>
              </a:ext>
            </a:extLst>
          </p:cNvPr>
          <p:cNvSpPr txBox="1"/>
          <p:nvPr/>
        </p:nvSpPr>
        <p:spPr>
          <a:xfrm>
            <a:off x="6909693" y="6335381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Public task</a:t>
            </a:r>
            <a:endParaRPr lang="ko-KR" altLang="en-US" dirty="0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42BFA63-A317-4671-891F-B4E2D613866C}"/>
              </a:ext>
            </a:extLst>
          </p:cNvPr>
          <p:cNvCxnSpPr>
            <a:cxnSpLocks/>
          </p:cNvCxnSpPr>
          <p:nvPr/>
        </p:nvCxnSpPr>
        <p:spPr>
          <a:xfrm flipH="1">
            <a:off x="8130886" y="6287337"/>
            <a:ext cx="1223292" cy="27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BEC6A48-2A4E-4357-AC0D-F700FE0F7287}"/>
              </a:ext>
            </a:extLst>
          </p:cNvPr>
          <p:cNvSpPr txBox="1"/>
          <p:nvPr/>
        </p:nvSpPr>
        <p:spPr>
          <a:xfrm>
            <a:off x="9150258" y="58974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선택되면 타인이 검색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ko-KR" altLang="en-US" dirty="0">
                <a:solidFill>
                  <a:schemeClr val="accent6"/>
                </a:solidFill>
              </a:rPr>
              <a:t>가능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C2D071-6741-4710-B1E0-420F8CA463C0}"/>
              </a:ext>
            </a:extLst>
          </p:cNvPr>
          <p:cNvSpPr txBox="1"/>
          <p:nvPr/>
        </p:nvSpPr>
        <p:spPr>
          <a:xfrm>
            <a:off x="6574939" y="1201405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+Select reward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CAEA25-BA00-4E4A-9526-AF4B1B92B896}"/>
              </a:ext>
            </a:extLst>
          </p:cNvPr>
          <p:cNvSpPr txBox="1"/>
          <p:nvPr/>
        </p:nvSpPr>
        <p:spPr>
          <a:xfrm>
            <a:off x="3342640" y="1266477"/>
            <a:ext cx="196731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매월 </a:t>
            </a:r>
            <a:r>
              <a:rPr lang="en-US" altLang="ko-KR" dirty="0"/>
              <a:t>4,10,14 </a:t>
            </a:r>
            <a:r>
              <a:rPr lang="ko-KR" altLang="en-US" dirty="0"/>
              <a:t>일</a:t>
            </a:r>
            <a:r>
              <a:rPr lang="en-US" altLang="ko-KR" dirty="0"/>
              <a:t>…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860FA32-EB85-4251-902F-7BC70DA54DFE}"/>
                  </a:ext>
                </a:extLst>
              </p14:cNvPr>
              <p14:cNvContentPartPr/>
              <p14:nvPr/>
            </p14:nvContentPartPr>
            <p14:xfrm>
              <a:off x="4116934" y="1141349"/>
              <a:ext cx="6034320" cy="41745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860FA32-EB85-4251-902F-7BC70DA54D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80934" y="1069709"/>
                <a:ext cx="6105960" cy="43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99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200906-239F-4F34-8F45-AED81D3325A5}"/>
              </a:ext>
            </a:extLst>
          </p:cNvPr>
          <p:cNvSpPr/>
          <p:nvPr/>
        </p:nvSpPr>
        <p:spPr>
          <a:xfrm>
            <a:off x="1727200" y="279400"/>
            <a:ext cx="2763520" cy="563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8289F-633F-483E-8B68-3D227B96F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" y="370205"/>
            <a:ext cx="452120" cy="681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E9091-9775-407C-AFFD-B24E1372B65B}"/>
              </a:ext>
            </a:extLst>
          </p:cNvPr>
          <p:cNvSpPr txBox="1"/>
          <p:nvPr/>
        </p:nvSpPr>
        <p:spPr>
          <a:xfrm>
            <a:off x="304800" y="1052195"/>
            <a:ext cx="157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닉네임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My Task</a:t>
            </a:r>
          </a:p>
          <a:p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My Group</a:t>
            </a:r>
          </a:p>
          <a:p>
            <a:r>
              <a:rPr lang="en-US" altLang="ko-KR" dirty="0"/>
              <a:t>My Reward</a:t>
            </a:r>
            <a:br>
              <a:rPr lang="en-US" altLang="ko-KR" dirty="0"/>
            </a:br>
            <a:r>
              <a:rPr lang="en-US" altLang="ko-KR" dirty="0"/>
              <a:t>Statistics</a:t>
            </a:r>
          </a:p>
          <a:p>
            <a:r>
              <a:rPr lang="en-US" altLang="ko-KR" dirty="0"/>
              <a:t>Settings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8CC68-562A-4EDE-9439-661E14F649B7}"/>
              </a:ext>
            </a:extLst>
          </p:cNvPr>
          <p:cNvSpPr txBox="1"/>
          <p:nvPr/>
        </p:nvSpPr>
        <p:spPr>
          <a:xfrm>
            <a:off x="2067560" y="3702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Find Group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603D93-7CF8-49AD-B1A3-517F4B5E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63" y="321787"/>
            <a:ext cx="385794" cy="4661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9E343FA-FB28-40A1-90ED-1DD8699F4AB8}"/>
                  </a:ext>
                </a:extLst>
              </p14:cNvPr>
              <p14:cNvContentPartPr/>
              <p14:nvPr/>
            </p14:nvContentPartPr>
            <p14:xfrm>
              <a:off x="3078240" y="4975065"/>
              <a:ext cx="36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9E343FA-FB28-40A1-90ED-1DD8699F4A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9240" y="496642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F134640B-7FA7-48A5-BAEB-BF7F2F4FFCBF}"/>
              </a:ext>
            </a:extLst>
          </p:cNvPr>
          <p:cNvGrpSpPr/>
          <p:nvPr/>
        </p:nvGrpSpPr>
        <p:grpSpPr>
          <a:xfrm>
            <a:off x="1727200" y="5372700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7095CF8-AFCC-4D99-9581-C3E05CF2E367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7095CF8-AFCC-4D99-9581-C3E05CF2E3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815C671-498E-4E9E-820B-3E8CC71B85DB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815C671-498E-4E9E-820B-3E8CC71B85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FE15AAF-5CE0-42E6-B5DF-AEA2905D78E2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FE15AAF-5CE0-42E6-B5DF-AEA2905D78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78E49D2-7090-4206-802B-60053EE4E6A3}"/>
              </a:ext>
            </a:extLst>
          </p:cNvPr>
          <p:cNvSpPr txBox="1"/>
          <p:nvPr/>
        </p:nvSpPr>
        <p:spPr>
          <a:xfrm>
            <a:off x="2331720" y="5517434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New GROUP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2760BC-5647-4148-838B-4B322DBEDBF2}"/>
              </a:ext>
            </a:extLst>
          </p:cNvPr>
          <p:cNvSpPr txBox="1"/>
          <p:nvPr/>
        </p:nvSpPr>
        <p:spPr>
          <a:xfrm>
            <a:off x="7278880" y="1734479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FF2A48-C697-4ABF-9C8B-EC6E81B747B2}"/>
              </a:ext>
            </a:extLst>
          </p:cNvPr>
          <p:cNvSpPr txBox="1"/>
          <p:nvPr/>
        </p:nvSpPr>
        <p:spPr>
          <a:xfrm>
            <a:off x="7278880" y="2215225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4BF27F-FCFF-43A0-81FC-CE0CEACA8B0D}"/>
              </a:ext>
            </a:extLst>
          </p:cNvPr>
          <p:cNvSpPr/>
          <p:nvPr/>
        </p:nvSpPr>
        <p:spPr>
          <a:xfrm>
            <a:off x="10657840" y="2215225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42ACE3-10DC-4BE9-8EF1-8B72A54591D4}"/>
              </a:ext>
            </a:extLst>
          </p:cNvPr>
          <p:cNvSpPr txBox="1"/>
          <p:nvPr/>
        </p:nvSpPr>
        <p:spPr>
          <a:xfrm>
            <a:off x="7262880" y="2824534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E2F015-DB30-446C-8262-9D68676C942A}"/>
              </a:ext>
            </a:extLst>
          </p:cNvPr>
          <p:cNvSpPr txBox="1"/>
          <p:nvPr/>
        </p:nvSpPr>
        <p:spPr>
          <a:xfrm>
            <a:off x="7262880" y="3305280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CBEF1B5-3FB3-4562-954D-2A3C82ACC40B}"/>
              </a:ext>
            </a:extLst>
          </p:cNvPr>
          <p:cNvSpPr/>
          <p:nvPr/>
        </p:nvSpPr>
        <p:spPr>
          <a:xfrm>
            <a:off x="10641840" y="3305280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1E9D24-FFD2-4879-B7EF-3D873A7B4149}"/>
              </a:ext>
            </a:extLst>
          </p:cNvPr>
          <p:cNvSpPr txBox="1"/>
          <p:nvPr/>
        </p:nvSpPr>
        <p:spPr>
          <a:xfrm>
            <a:off x="7278880" y="3873453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70AA5F-7F6C-49FE-A628-43F248B88965}"/>
              </a:ext>
            </a:extLst>
          </p:cNvPr>
          <p:cNvSpPr txBox="1"/>
          <p:nvPr/>
        </p:nvSpPr>
        <p:spPr>
          <a:xfrm>
            <a:off x="7278880" y="4354199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CC4E62C-F769-4B16-93F6-5251A0649526}"/>
              </a:ext>
            </a:extLst>
          </p:cNvPr>
          <p:cNvSpPr/>
          <p:nvPr/>
        </p:nvSpPr>
        <p:spPr>
          <a:xfrm>
            <a:off x="10657840" y="4354199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2D57112-966B-47E9-A003-3BB0B7C253BF}"/>
              </a:ext>
            </a:extLst>
          </p:cNvPr>
          <p:cNvSpPr txBox="1"/>
          <p:nvPr/>
        </p:nvSpPr>
        <p:spPr>
          <a:xfrm>
            <a:off x="1727200" y="2033461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75D91E1-CDBA-4B90-853D-C2B629FB3788}"/>
              </a:ext>
            </a:extLst>
          </p:cNvPr>
          <p:cNvSpPr txBox="1"/>
          <p:nvPr/>
        </p:nvSpPr>
        <p:spPr>
          <a:xfrm>
            <a:off x="1727200" y="2514207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3AA0DEE-5504-46B1-B1D7-8D28B2A30C0C}"/>
              </a:ext>
            </a:extLst>
          </p:cNvPr>
          <p:cNvSpPr/>
          <p:nvPr/>
        </p:nvSpPr>
        <p:spPr>
          <a:xfrm>
            <a:off x="5106160" y="2514207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0D3422-5336-40E6-AE6D-1172F9D2978E}"/>
              </a:ext>
            </a:extLst>
          </p:cNvPr>
          <p:cNvSpPr txBox="1"/>
          <p:nvPr/>
        </p:nvSpPr>
        <p:spPr>
          <a:xfrm>
            <a:off x="1711200" y="3123516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984F74-8718-4290-B914-503BABA7CF83}"/>
              </a:ext>
            </a:extLst>
          </p:cNvPr>
          <p:cNvSpPr txBox="1"/>
          <p:nvPr/>
        </p:nvSpPr>
        <p:spPr>
          <a:xfrm>
            <a:off x="1711200" y="3604262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7C699E2C-FC8D-4B66-BBE0-69DDBC4803A1}"/>
              </a:ext>
            </a:extLst>
          </p:cNvPr>
          <p:cNvSpPr/>
          <p:nvPr/>
        </p:nvSpPr>
        <p:spPr>
          <a:xfrm>
            <a:off x="5090160" y="3604262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E311450-16AB-48FE-918A-80D9A7D438EB}"/>
              </a:ext>
            </a:extLst>
          </p:cNvPr>
          <p:cNvSpPr txBox="1"/>
          <p:nvPr/>
        </p:nvSpPr>
        <p:spPr>
          <a:xfrm>
            <a:off x="1727200" y="4172435"/>
            <a:ext cx="1259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그룹명</a:t>
            </a:r>
            <a:endParaRPr lang="ko-KR" alt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A2B5462-3F14-458E-87F7-26845FFEA672}"/>
              </a:ext>
            </a:extLst>
          </p:cNvPr>
          <p:cNvSpPr txBox="1"/>
          <p:nvPr/>
        </p:nvSpPr>
        <p:spPr>
          <a:xfrm>
            <a:off x="1727200" y="4653181"/>
            <a:ext cx="33078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그룹 설명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828F00D-DE3D-4C08-AC00-097067010985}"/>
              </a:ext>
            </a:extLst>
          </p:cNvPr>
          <p:cNvSpPr/>
          <p:nvPr/>
        </p:nvSpPr>
        <p:spPr>
          <a:xfrm>
            <a:off x="5106160" y="4653181"/>
            <a:ext cx="92037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DETAIL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A11E07D-F4D3-41A6-B935-B42670843FE8}"/>
                  </a:ext>
                </a:extLst>
              </p14:cNvPr>
              <p14:cNvContentPartPr/>
              <p14:nvPr/>
            </p14:nvContentPartPr>
            <p14:xfrm>
              <a:off x="1538440" y="1492520"/>
              <a:ext cx="4847760" cy="38772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A11E07D-F4D3-41A6-B935-B42670843F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29440" y="1483520"/>
                <a:ext cx="4865400" cy="3894840"/>
              </a:xfrm>
              <a:prstGeom prst="rect">
                <a:avLst/>
              </a:prstGeom>
            </p:spPr>
          </p:pic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714A28C4-CCC1-47FF-8B24-A762D0AC625F}"/>
              </a:ext>
            </a:extLst>
          </p:cNvPr>
          <p:cNvSpPr txBox="1"/>
          <p:nvPr/>
        </p:nvSpPr>
        <p:spPr>
          <a:xfrm>
            <a:off x="7199000" y="846189"/>
            <a:ext cx="1361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Member</a:t>
            </a:r>
            <a:r>
              <a:rPr lang="ko-KR" altLang="en-US" dirty="0"/>
              <a:t> </a:t>
            </a:r>
            <a:r>
              <a:rPr lang="en-US" altLang="ko-KR" dirty="0"/>
              <a:t>Group</a:t>
            </a:r>
            <a:endParaRPr lang="ko-KR" alt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0C8133D-00DF-4DBF-9D22-BED395ECB146}"/>
              </a:ext>
            </a:extLst>
          </p:cNvPr>
          <p:cNvSpPr txBox="1"/>
          <p:nvPr/>
        </p:nvSpPr>
        <p:spPr>
          <a:xfrm>
            <a:off x="1798320" y="1312540"/>
            <a:ext cx="1361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Manager</a:t>
            </a:r>
            <a:r>
              <a:rPr lang="ko-KR" altLang="en-US" dirty="0"/>
              <a:t> </a:t>
            </a:r>
            <a:r>
              <a:rPr lang="en-US" altLang="ko-KR" dirty="0"/>
              <a:t>Group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202BA04F-5CD1-4269-B0EF-25974304E93E}"/>
                  </a:ext>
                </a:extLst>
              </p14:cNvPr>
              <p14:cNvContentPartPr/>
              <p14:nvPr/>
            </p14:nvContentPartPr>
            <p14:xfrm>
              <a:off x="6831160" y="1147640"/>
              <a:ext cx="5063040" cy="4192200"/>
            </p14:xfrm>
          </p:contentPart>
        </mc:Choice>
        <mc:Fallback xmlns=""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202BA04F-5CD1-4269-B0EF-25974304E9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22160" y="1138640"/>
                <a:ext cx="5080680" cy="420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그룹 34">
            <a:extLst>
              <a:ext uri="{FF2B5EF4-FFF2-40B4-BE49-F238E27FC236}">
                <a16:creationId xmlns:a16="http://schemas.microsoft.com/office/drawing/2014/main" id="{7B508084-19BF-4075-8345-EEA7F2B94CBF}"/>
              </a:ext>
            </a:extLst>
          </p:cNvPr>
          <p:cNvGrpSpPr/>
          <p:nvPr/>
        </p:nvGrpSpPr>
        <p:grpSpPr>
          <a:xfrm>
            <a:off x="7608100" y="5496479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6FB46472-DF2B-495F-A784-587773620275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7095CF8-AFCC-4D99-9581-C3E05CF2E3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42228819-8135-4023-9DA3-DA67198496B3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815C671-498E-4E9E-820B-3E8CC71B85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F1412708-AF31-4CD2-9303-D1E1265FDC7A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FE15AAF-5CE0-42E6-B5DF-AEA2905D78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F64F0A2-A973-4B5C-A82A-7A06141E8307}"/>
              </a:ext>
            </a:extLst>
          </p:cNvPr>
          <p:cNvSpPr txBox="1"/>
          <p:nvPr/>
        </p:nvSpPr>
        <p:spPr>
          <a:xfrm>
            <a:off x="8360920" y="5672220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Invite Member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30E2A56-BB35-4744-916D-16FF03A45984}"/>
                  </a:ext>
                </a:extLst>
              </p14:cNvPr>
              <p14:cNvContentPartPr/>
              <p14:nvPr/>
            </p14:nvContentPartPr>
            <p14:xfrm>
              <a:off x="5142318" y="966478"/>
              <a:ext cx="4913280" cy="41320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30E2A56-BB35-4744-916D-16FF03A4598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106678" y="894478"/>
                <a:ext cx="4984920" cy="427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947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4FF53B0-D906-4061-BAB6-F7F57529E508}"/>
              </a:ext>
            </a:extLst>
          </p:cNvPr>
          <p:cNvSpPr/>
          <p:nvPr/>
        </p:nvSpPr>
        <p:spPr>
          <a:xfrm>
            <a:off x="1107440" y="3752905"/>
            <a:ext cx="3180080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GROUP Profile photo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31B80-A97F-4F75-A762-8EE7A5D93040}"/>
              </a:ext>
            </a:extLst>
          </p:cNvPr>
          <p:cNvSpPr txBox="1"/>
          <p:nvPr/>
        </p:nvSpPr>
        <p:spPr>
          <a:xfrm>
            <a:off x="1112520" y="1648038"/>
            <a:ext cx="338694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Details of the GROUP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72A39-FCEB-49A0-8AD4-0FA71EC8FF7E}"/>
              </a:ext>
            </a:extLst>
          </p:cNvPr>
          <p:cNvSpPr txBox="1"/>
          <p:nvPr/>
        </p:nvSpPr>
        <p:spPr>
          <a:xfrm>
            <a:off x="1107440" y="573125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GROUP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7CEFF-372D-4367-96B9-144F38F1C7CE}"/>
              </a:ext>
            </a:extLst>
          </p:cNvPr>
          <p:cNvSpPr txBox="1"/>
          <p:nvPr/>
        </p:nvSpPr>
        <p:spPr>
          <a:xfrm>
            <a:off x="740295" y="218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New</a:t>
            </a:r>
            <a:r>
              <a:rPr lang="ko-KR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 GROUP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93EB2-5A35-4733-93F3-10B704C1A902}"/>
              </a:ext>
            </a:extLst>
          </p:cNvPr>
          <p:cNvSpPr txBox="1"/>
          <p:nvPr/>
        </p:nvSpPr>
        <p:spPr>
          <a:xfrm>
            <a:off x="1107440" y="1110581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GROUP TITLE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E0FBE99-1849-4D5E-9594-1481DE1F086D}"/>
              </a:ext>
            </a:extLst>
          </p:cNvPr>
          <p:cNvSpPr/>
          <p:nvPr/>
        </p:nvSpPr>
        <p:spPr>
          <a:xfrm>
            <a:off x="5097729" y="5632882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SAVE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F78192-0376-4955-9EF4-4EB39D6667EF}"/>
              </a:ext>
            </a:extLst>
          </p:cNvPr>
          <p:cNvSpPr txBox="1"/>
          <p:nvPr/>
        </p:nvSpPr>
        <p:spPr>
          <a:xfrm>
            <a:off x="1112520" y="2875197"/>
            <a:ext cx="338694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Hash Tags of Group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D6160E2-872C-4874-8F2E-2E58EF6E81B4}"/>
                  </a:ext>
                </a:extLst>
              </p14:cNvPr>
              <p14:cNvContentPartPr/>
              <p14:nvPr/>
            </p14:nvContentPartPr>
            <p14:xfrm>
              <a:off x="2930891" y="209027"/>
              <a:ext cx="5281920" cy="43959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D6160E2-872C-4874-8F2E-2E58EF6E8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4891" y="137387"/>
                <a:ext cx="5353560" cy="45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815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114BF3-CFB0-4094-8EF8-110C7C81CF29}"/>
              </a:ext>
            </a:extLst>
          </p:cNvPr>
          <p:cNvSpPr txBox="1"/>
          <p:nvPr/>
        </p:nvSpPr>
        <p:spPr>
          <a:xfrm>
            <a:off x="4958080" y="2682532"/>
            <a:ext cx="688848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List of Managers in this group. Each Manager’s nick name and other profile fields which is set as public by each member 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F53B0-D906-4061-BAB6-F7F57529E508}"/>
              </a:ext>
            </a:extLst>
          </p:cNvPr>
          <p:cNvSpPr/>
          <p:nvPr/>
        </p:nvSpPr>
        <p:spPr>
          <a:xfrm>
            <a:off x="1107440" y="2732901"/>
            <a:ext cx="3180080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GROUP Profile photo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31B80-A97F-4F75-A762-8EE7A5D93040}"/>
              </a:ext>
            </a:extLst>
          </p:cNvPr>
          <p:cNvSpPr txBox="1"/>
          <p:nvPr/>
        </p:nvSpPr>
        <p:spPr>
          <a:xfrm>
            <a:off x="1112520" y="1648038"/>
            <a:ext cx="338694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Details of the GROUP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C36408-C909-4037-BCCD-80A65EE01FDD}"/>
              </a:ext>
            </a:extLst>
          </p:cNvPr>
          <p:cNvSpPr txBox="1"/>
          <p:nvPr/>
        </p:nvSpPr>
        <p:spPr>
          <a:xfrm>
            <a:off x="4851283" y="3662680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Members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C72A39-FCEB-49A0-8AD4-0FA71EC8FF7E}"/>
              </a:ext>
            </a:extLst>
          </p:cNvPr>
          <p:cNvSpPr txBox="1"/>
          <p:nvPr/>
        </p:nvSpPr>
        <p:spPr>
          <a:xfrm>
            <a:off x="1107440" y="573125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GROUP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7CEFF-372D-4367-96B9-144F38F1C7CE}"/>
              </a:ext>
            </a:extLst>
          </p:cNvPr>
          <p:cNvSpPr txBox="1"/>
          <p:nvPr/>
        </p:nvSpPr>
        <p:spPr>
          <a:xfrm>
            <a:off x="740295" y="2183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Edit</a:t>
            </a:r>
            <a:r>
              <a:rPr lang="ko-KR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 GROUP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93EB2-5A35-4733-93F3-10B704C1A902}"/>
              </a:ext>
            </a:extLst>
          </p:cNvPr>
          <p:cNvSpPr txBox="1"/>
          <p:nvPr/>
        </p:nvSpPr>
        <p:spPr>
          <a:xfrm>
            <a:off x="1107440" y="1110581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GROUP TITLE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64627E-9760-4BBC-A111-57A5AA4F669C}"/>
              </a:ext>
            </a:extLst>
          </p:cNvPr>
          <p:cNvSpPr txBox="1"/>
          <p:nvPr/>
        </p:nvSpPr>
        <p:spPr>
          <a:xfrm>
            <a:off x="4851282" y="1405004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Creator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82FE47-E861-4AD5-93F2-67FB8B03E7A8}"/>
              </a:ext>
            </a:extLst>
          </p:cNvPr>
          <p:cNvSpPr txBox="1"/>
          <p:nvPr/>
        </p:nvSpPr>
        <p:spPr>
          <a:xfrm>
            <a:off x="4851282" y="1858293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Nick name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7D5E64-1DC3-4371-985B-B3CBFC040F65}"/>
              </a:ext>
            </a:extLst>
          </p:cNvPr>
          <p:cNvSpPr txBox="1"/>
          <p:nvPr/>
        </p:nvSpPr>
        <p:spPr>
          <a:xfrm>
            <a:off x="4851282" y="2256381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Manager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455AA8-49A0-4DB3-8410-51B4A232CA55}"/>
              </a:ext>
            </a:extLst>
          </p:cNvPr>
          <p:cNvSpPr txBox="1"/>
          <p:nvPr/>
        </p:nvSpPr>
        <p:spPr>
          <a:xfrm>
            <a:off x="4917440" y="4088831"/>
            <a:ext cx="688848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List of members in this group. Each member’s nick name and other profile fields which is set as public by each member 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8D648E-73F5-4DA6-9911-CE930B45CC7C}"/>
              </a:ext>
            </a:extLst>
          </p:cNvPr>
          <p:cNvSpPr/>
          <p:nvPr/>
        </p:nvSpPr>
        <p:spPr>
          <a:xfrm>
            <a:off x="6347861" y="644002"/>
            <a:ext cx="224028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EDIT Task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95808A-7945-4373-B2CD-80E26ED909FC}"/>
              </a:ext>
            </a:extLst>
          </p:cNvPr>
          <p:cNvSpPr txBox="1"/>
          <p:nvPr/>
        </p:nvSpPr>
        <p:spPr>
          <a:xfrm>
            <a:off x="9056424" y="1433729"/>
            <a:ext cx="3272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해당 그룹 </a:t>
            </a:r>
            <a:r>
              <a:rPr lang="en-US" altLang="ko-KR" dirty="0">
                <a:solidFill>
                  <a:schemeClr val="accent6"/>
                </a:solidFill>
              </a:rPr>
              <a:t>ADMIN</a:t>
            </a:r>
            <a:r>
              <a:rPr lang="ko-KR" altLang="en-US" dirty="0">
                <a:solidFill>
                  <a:schemeClr val="accent6"/>
                </a:solidFill>
              </a:rPr>
              <a:t>에게만 보임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09D1482-16DC-4F60-9F1D-71F28997E04A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059977" y="310185"/>
            <a:ext cx="1287884" cy="518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77E56C-A1A5-41C7-942B-85352C9ACBF5}"/>
              </a:ext>
            </a:extLst>
          </p:cNvPr>
          <p:cNvSpPr/>
          <p:nvPr/>
        </p:nvSpPr>
        <p:spPr>
          <a:xfrm>
            <a:off x="9056424" y="644002"/>
            <a:ext cx="224028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EDIT Manager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116EEA1-00A5-42D6-8EF4-162E63FD9813}"/>
              </a:ext>
            </a:extLst>
          </p:cNvPr>
          <p:cNvCxnSpPr>
            <a:cxnSpLocks/>
          </p:cNvCxnSpPr>
          <p:nvPr/>
        </p:nvCxnSpPr>
        <p:spPr>
          <a:xfrm flipH="1" flipV="1">
            <a:off x="9730277" y="1055984"/>
            <a:ext cx="775163" cy="330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593A1BF-392E-4BE3-BF26-6D434A65DE9F}"/>
              </a:ext>
            </a:extLst>
          </p:cNvPr>
          <p:cNvSpPr txBox="1"/>
          <p:nvPr/>
        </p:nvSpPr>
        <p:spPr>
          <a:xfrm>
            <a:off x="3919830" y="-23171"/>
            <a:ext cx="3272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해당 그룹 매니저에게만 보임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0263CA7-F0CA-4789-85E8-B96D5B66E12A}"/>
              </a:ext>
            </a:extLst>
          </p:cNvPr>
          <p:cNvSpPr/>
          <p:nvPr/>
        </p:nvSpPr>
        <p:spPr>
          <a:xfrm>
            <a:off x="9056424" y="89642"/>
            <a:ext cx="224028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Leave Group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6704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1C72A39-FCEB-49A0-8AD4-0FA71EC8FF7E}"/>
              </a:ext>
            </a:extLst>
          </p:cNvPr>
          <p:cNvSpPr txBox="1"/>
          <p:nvPr/>
        </p:nvSpPr>
        <p:spPr>
          <a:xfrm>
            <a:off x="1107440" y="573125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GROUP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7CEFF-372D-4367-96B9-144F38F1C7CE}"/>
              </a:ext>
            </a:extLst>
          </p:cNvPr>
          <p:cNvSpPr txBox="1"/>
          <p:nvPr/>
        </p:nvSpPr>
        <p:spPr>
          <a:xfrm>
            <a:off x="3307080" y="1136890"/>
            <a:ext cx="6802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각</a:t>
            </a:r>
            <a:r>
              <a:rPr lang="en-US" altLang="ko-KR" dirty="0">
                <a:solidFill>
                  <a:schemeClr val="accent6"/>
                </a:solidFill>
              </a:rPr>
              <a:t> </a:t>
            </a:r>
            <a:r>
              <a:rPr lang="ko-KR" altLang="en-US" dirty="0">
                <a:solidFill>
                  <a:schemeClr val="accent6"/>
                </a:solidFill>
              </a:rPr>
              <a:t>매니저 리스트 왼쪽에 삭제 및 </a:t>
            </a:r>
            <a:r>
              <a:rPr lang="ko-KR" altLang="en-US" dirty="0" err="1">
                <a:solidFill>
                  <a:schemeClr val="accent6"/>
                </a:solidFill>
              </a:rPr>
              <a:t>어드민</a:t>
            </a:r>
            <a:r>
              <a:rPr lang="ko-KR" altLang="en-US" dirty="0">
                <a:solidFill>
                  <a:schemeClr val="accent6"/>
                </a:solidFill>
              </a:rPr>
              <a:t> 권한 지정 박스 넣음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93EB2-5A35-4733-93F3-10B704C1A902}"/>
              </a:ext>
            </a:extLst>
          </p:cNvPr>
          <p:cNvSpPr txBox="1"/>
          <p:nvPr/>
        </p:nvSpPr>
        <p:spPr>
          <a:xfrm>
            <a:off x="1107440" y="1110581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GROUP TITLE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64627E-9760-4BBC-A111-57A5AA4F669C}"/>
              </a:ext>
            </a:extLst>
          </p:cNvPr>
          <p:cNvSpPr txBox="1"/>
          <p:nvPr/>
        </p:nvSpPr>
        <p:spPr>
          <a:xfrm>
            <a:off x="1582684" y="2621279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5322E5-3753-4C11-9175-3C6CCBA91EB8}"/>
              </a:ext>
            </a:extLst>
          </p:cNvPr>
          <p:cNvSpPr txBox="1"/>
          <p:nvPr/>
        </p:nvSpPr>
        <p:spPr>
          <a:xfrm>
            <a:off x="2651760" y="2513342"/>
            <a:ext cx="688848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List of Managers in this group. Each Manager’s nick name and other profile fields which is set as public by each member </a:t>
            </a:r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ED6B18C-8F4A-4073-831F-BA6AADB434E2}"/>
              </a:ext>
            </a:extLst>
          </p:cNvPr>
          <p:cNvGrpSpPr/>
          <p:nvPr/>
        </p:nvGrpSpPr>
        <p:grpSpPr>
          <a:xfrm>
            <a:off x="1062637" y="2356591"/>
            <a:ext cx="670320" cy="628560"/>
            <a:chOff x="7217833" y="1828623"/>
            <a:chExt cx="67032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938F0433-781C-4585-820B-E28C35470486}"/>
                    </a:ext>
                  </a:extLst>
                </p14:cNvPr>
                <p14:cNvContentPartPr/>
                <p14:nvPr/>
              </p14:nvContentPartPr>
              <p14:xfrm>
                <a:off x="7217833" y="2074143"/>
                <a:ext cx="438840" cy="3830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938F0433-781C-4585-820B-E28C354704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09193" y="2065143"/>
                  <a:ext cx="4564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B78150F-0D7A-43A2-B5C9-8D6CAB5DF591}"/>
                    </a:ext>
                  </a:extLst>
                </p14:cNvPr>
                <p14:cNvContentPartPr/>
                <p14:nvPr/>
              </p14:nvContentPartPr>
              <p14:xfrm>
                <a:off x="7308193" y="1828623"/>
                <a:ext cx="579960" cy="4518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B78150F-0D7A-43A2-B5C9-8D6CAB5DF5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99193" y="1819623"/>
                  <a:ext cx="597600" cy="469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6BCE94A6-9A77-4869-95F3-EF74F1EE6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54" y="2404256"/>
            <a:ext cx="682453" cy="6637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1E6CC25-0ECF-4E20-A37B-2831EFFC4E97}"/>
              </a:ext>
            </a:extLst>
          </p:cNvPr>
          <p:cNvSpPr txBox="1"/>
          <p:nvPr/>
        </p:nvSpPr>
        <p:spPr>
          <a:xfrm>
            <a:off x="1208922" y="2034924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Manager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4839FB-8B4E-45DA-8918-1B4B340CC91F}"/>
              </a:ext>
            </a:extLst>
          </p:cNvPr>
          <p:cNvSpPr txBox="1"/>
          <p:nvPr/>
        </p:nvSpPr>
        <p:spPr>
          <a:xfrm>
            <a:off x="892695" y="2797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EDIT Manager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798D3E52-2044-418C-8E49-EE1E8A2F1301}"/>
                  </a:ext>
                </a:extLst>
              </p14:cNvPr>
              <p14:cNvContentPartPr/>
              <p14:nvPr/>
            </p14:nvContentPartPr>
            <p14:xfrm>
              <a:off x="3078240" y="4251440"/>
              <a:ext cx="360" cy="36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798D3E52-2044-418C-8E49-EE1E8A2F13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69240" y="42428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B4A3E101-EF2C-4534-9224-EB9885C1DD81}"/>
              </a:ext>
            </a:extLst>
          </p:cNvPr>
          <p:cNvGrpSpPr/>
          <p:nvPr/>
        </p:nvGrpSpPr>
        <p:grpSpPr>
          <a:xfrm>
            <a:off x="2143320" y="4175480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50BEDC27-5891-4841-ADE8-C8E1022A2EC9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50BEDC27-5891-4841-ADE8-C8E1022A2E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6F040ED-E7B4-4B7E-956F-8AD0EC188FDC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6F040ED-E7B4-4B7E-956F-8AD0EC188FD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60C0E3FB-4DAD-43B0-9824-2F6AD40B8412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60C0E3FB-4DAD-43B0-9824-2F6AD40B84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505C2BD-22BC-4B55-91EA-2DE9C4775772}"/>
              </a:ext>
            </a:extLst>
          </p:cNvPr>
          <p:cNvSpPr txBox="1"/>
          <p:nvPr/>
        </p:nvSpPr>
        <p:spPr>
          <a:xfrm>
            <a:off x="2930640" y="4135548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ADD 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266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8393EB2-5A35-4733-93F3-10B704C1A902}"/>
              </a:ext>
            </a:extLst>
          </p:cNvPr>
          <p:cNvSpPr txBox="1"/>
          <p:nvPr/>
        </p:nvSpPr>
        <p:spPr>
          <a:xfrm>
            <a:off x="948760" y="657003"/>
            <a:ext cx="19832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GROUP TITLE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4839FB-8B4E-45DA-8918-1B4B340CC91F}"/>
              </a:ext>
            </a:extLst>
          </p:cNvPr>
          <p:cNvSpPr txBox="1"/>
          <p:nvPr/>
        </p:nvSpPr>
        <p:spPr>
          <a:xfrm>
            <a:off x="892695" y="2797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EDIT TASK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08D18-45EC-4575-97EF-0112F734D9AD}"/>
              </a:ext>
            </a:extLst>
          </p:cNvPr>
          <p:cNvSpPr txBox="1"/>
          <p:nvPr/>
        </p:nvSpPr>
        <p:spPr>
          <a:xfrm>
            <a:off x="1045280" y="2221643"/>
            <a:ext cx="198321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TASK from the list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AD8911-FCF0-4624-9B6A-3A648FF5CFBD}"/>
              </a:ext>
            </a:extLst>
          </p:cNvPr>
          <p:cNvSpPr txBox="1"/>
          <p:nvPr/>
        </p:nvSpPr>
        <p:spPr>
          <a:xfrm>
            <a:off x="3618637" y="2221643"/>
            <a:ext cx="678520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group members to assign task  (select all </a:t>
            </a:r>
            <a:r>
              <a:rPr lang="ko-KR" altLang="en-US" dirty="0"/>
              <a:t>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72F30B-F0AC-4C37-8F8E-A11CC385B83A}"/>
              </a:ext>
            </a:extLst>
          </p:cNvPr>
          <p:cNvSpPr txBox="1"/>
          <p:nvPr/>
        </p:nvSpPr>
        <p:spPr>
          <a:xfrm>
            <a:off x="3608479" y="2749963"/>
            <a:ext cx="805012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Rewards to assign each members ( Set same reward to all </a:t>
            </a:r>
            <a:r>
              <a:rPr lang="ko-KR" altLang="en-US" dirty="0"/>
              <a:t>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0E8603A5-D0E2-45F8-911D-1DB5D8B72D89}"/>
                  </a:ext>
                </a:extLst>
              </p14:cNvPr>
              <p14:cNvContentPartPr/>
              <p14:nvPr/>
            </p14:nvContentPartPr>
            <p14:xfrm>
              <a:off x="3078240" y="4251440"/>
              <a:ext cx="360" cy="3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0E8603A5-D0E2-45F8-911D-1DB5D8B72D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9240" y="42428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B3DBE85C-DDA9-49C7-9643-7D2AB16B2566}"/>
              </a:ext>
            </a:extLst>
          </p:cNvPr>
          <p:cNvGrpSpPr/>
          <p:nvPr/>
        </p:nvGrpSpPr>
        <p:grpSpPr>
          <a:xfrm>
            <a:off x="2143320" y="4175480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F7512AE-A4EA-4A58-A30F-2A9894AE454D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F7512AE-A4EA-4A58-A30F-2A9894AE45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642B836-6D7F-4515-96F6-32C8787BEB77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642B836-6D7F-4515-96F6-32C8787BEB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A01A232-E5E2-45F7-8011-A2714D25CF71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A01A232-E5E2-45F7-8011-A2714D25CF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FAE2A4C-A82D-4389-9DD3-E654DBBF343E}"/>
              </a:ext>
            </a:extLst>
          </p:cNvPr>
          <p:cNvSpPr txBox="1"/>
          <p:nvPr/>
        </p:nvSpPr>
        <p:spPr>
          <a:xfrm>
            <a:off x="2930640" y="4116828"/>
            <a:ext cx="456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New task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0DD43-D915-43CC-BAF1-82FE565C7CD6}"/>
              </a:ext>
            </a:extLst>
          </p:cNvPr>
          <p:cNvSpPr txBox="1"/>
          <p:nvPr/>
        </p:nvSpPr>
        <p:spPr>
          <a:xfrm>
            <a:off x="4071884" y="3554040"/>
            <a:ext cx="29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Auto Reward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95A65D-104C-425C-A6CF-3895462B0F2C}"/>
              </a:ext>
            </a:extLst>
          </p:cNvPr>
          <p:cNvGrpSpPr/>
          <p:nvPr/>
        </p:nvGrpSpPr>
        <p:grpSpPr>
          <a:xfrm>
            <a:off x="3551837" y="3289352"/>
            <a:ext cx="670320" cy="628560"/>
            <a:chOff x="7217833" y="1828623"/>
            <a:chExt cx="670320" cy="62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292E802-85CE-4DBB-849C-5396BBD94A43}"/>
                    </a:ext>
                  </a:extLst>
                </p14:cNvPr>
                <p14:cNvContentPartPr/>
                <p14:nvPr/>
              </p14:nvContentPartPr>
              <p14:xfrm>
                <a:off x="7217833" y="2074143"/>
                <a:ext cx="438840" cy="38304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938F0433-781C-4585-820B-E28C354704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09193" y="2065143"/>
                  <a:ext cx="4564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0D368F7-FD1B-4084-B626-7A08EE771DB0}"/>
                    </a:ext>
                  </a:extLst>
                </p14:cNvPr>
                <p14:cNvContentPartPr/>
                <p14:nvPr/>
              </p14:nvContentPartPr>
              <p14:xfrm>
                <a:off x="7308193" y="1828623"/>
                <a:ext cx="579960" cy="45180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B78150F-0D7A-43A2-B5C9-8D6CAB5DF5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99193" y="1819623"/>
                  <a:ext cx="597600" cy="46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9740E8-948D-45A2-940C-433501440AF8}"/>
              </a:ext>
            </a:extLst>
          </p:cNvPr>
          <p:cNvSpPr txBox="1"/>
          <p:nvPr/>
        </p:nvSpPr>
        <p:spPr>
          <a:xfrm>
            <a:off x="6055360" y="43014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6"/>
                </a:solidFill>
              </a:rPr>
              <a:t>체크하면 멤버가 </a:t>
            </a:r>
            <a:r>
              <a:rPr lang="en-US" altLang="ko-KR" dirty="0">
                <a:solidFill>
                  <a:schemeClr val="accent6"/>
                </a:solidFill>
              </a:rPr>
              <a:t>POC </a:t>
            </a:r>
            <a:r>
              <a:rPr lang="ko-KR" altLang="en-US" dirty="0" err="1">
                <a:solidFill>
                  <a:schemeClr val="accent6"/>
                </a:solidFill>
              </a:rPr>
              <a:t>할때</a:t>
            </a:r>
            <a:r>
              <a:rPr lang="en-US" altLang="ko-KR" dirty="0">
                <a:solidFill>
                  <a:schemeClr val="accent6"/>
                </a:solidFill>
              </a:rPr>
              <a:t>, </a:t>
            </a:r>
            <a:r>
              <a:rPr lang="ko-KR" altLang="en-US" dirty="0">
                <a:solidFill>
                  <a:schemeClr val="accent6"/>
                </a:solidFill>
              </a:rPr>
              <a:t>멤버에게 </a:t>
            </a:r>
            <a:r>
              <a:rPr lang="en-US" altLang="ko-KR" dirty="0">
                <a:solidFill>
                  <a:schemeClr val="accent6"/>
                </a:solidFill>
              </a:rPr>
              <a:t>reward </a:t>
            </a:r>
            <a:r>
              <a:rPr lang="ko-KR" altLang="en-US" dirty="0">
                <a:solidFill>
                  <a:schemeClr val="accent6"/>
                </a:solidFill>
              </a:rPr>
              <a:t>지급됨</a:t>
            </a:r>
            <a:r>
              <a:rPr lang="en-US" altLang="ko-KR" dirty="0">
                <a:solidFill>
                  <a:schemeClr val="accent6"/>
                </a:solidFill>
              </a:rPr>
              <a:t>.</a:t>
            </a:r>
            <a:br>
              <a:rPr lang="en-US" altLang="ko-KR" dirty="0">
                <a:solidFill>
                  <a:schemeClr val="accent6"/>
                </a:solidFill>
              </a:rPr>
            </a:br>
            <a:r>
              <a:rPr lang="ko-KR" altLang="en-US" dirty="0">
                <a:solidFill>
                  <a:schemeClr val="accent6"/>
                </a:solidFill>
              </a:rPr>
              <a:t>체크 안되면 나중에 </a:t>
            </a:r>
            <a:r>
              <a:rPr lang="en-US" altLang="ko-KR" dirty="0">
                <a:solidFill>
                  <a:schemeClr val="accent6"/>
                </a:solidFill>
              </a:rPr>
              <a:t>manage</a:t>
            </a:r>
            <a:r>
              <a:rPr lang="ko-KR" altLang="en-US" dirty="0">
                <a:solidFill>
                  <a:schemeClr val="accent6"/>
                </a:solidFill>
              </a:rPr>
              <a:t>가 </a:t>
            </a:r>
            <a:r>
              <a:rPr lang="en-US" altLang="ko-KR" dirty="0">
                <a:solidFill>
                  <a:schemeClr val="accent6"/>
                </a:solidFill>
              </a:rPr>
              <a:t>POC</a:t>
            </a:r>
            <a:r>
              <a:rPr lang="ko-KR" altLang="en-US" dirty="0">
                <a:solidFill>
                  <a:schemeClr val="accent6"/>
                </a:solidFill>
              </a:rPr>
              <a:t>를 확인 후에 </a:t>
            </a:r>
            <a:r>
              <a:rPr lang="en-US" altLang="ko-KR" dirty="0">
                <a:solidFill>
                  <a:schemeClr val="accent6"/>
                </a:solidFill>
              </a:rPr>
              <a:t>reward </a:t>
            </a:r>
            <a:r>
              <a:rPr lang="ko-KR" altLang="en-US" dirty="0">
                <a:solidFill>
                  <a:schemeClr val="accent6"/>
                </a:solidFill>
              </a:rPr>
              <a:t>지급함</a:t>
            </a:r>
            <a:r>
              <a:rPr lang="en-US" altLang="ko-KR" dirty="0">
                <a:solidFill>
                  <a:schemeClr val="accent6"/>
                </a:solidFill>
              </a:rPr>
              <a:t>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ADCF46EC-4890-4128-8907-2F84A2E527BF}"/>
              </a:ext>
            </a:extLst>
          </p:cNvPr>
          <p:cNvCxnSpPr/>
          <p:nvPr/>
        </p:nvCxnSpPr>
        <p:spPr>
          <a:xfrm flipH="1" flipV="1">
            <a:off x="5080000" y="3917912"/>
            <a:ext cx="853440" cy="557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116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200906-239F-4F34-8F45-AED81D3325A5}"/>
              </a:ext>
            </a:extLst>
          </p:cNvPr>
          <p:cNvSpPr/>
          <p:nvPr/>
        </p:nvSpPr>
        <p:spPr>
          <a:xfrm>
            <a:off x="1727200" y="279400"/>
            <a:ext cx="2763520" cy="563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8289F-633F-483E-8B68-3D227B96F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" y="370205"/>
            <a:ext cx="452120" cy="681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E9091-9775-407C-AFFD-B24E1372B65B}"/>
              </a:ext>
            </a:extLst>
          </p:cNvPr>
          <p:cNvSpPr txBox="1"/>
          <p:nvPr/>
        </p:nvSpPr>
        <p:spPr>
          <a:xfrm>
            <a:off x="304800" y="1052195"/>
            <a:ext cx="157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닉네임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My Task</a:t>
            </a:r>
          </a:p>
          <a:p>
            <a:r>
              <a:rPr lang="en-US" altLang="ko-KR" dirty="0"/>
              <a:t>My Group</a:t>
            </a:r>
          </a:p>
          <a:p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My Reward</a:t>
            </a:r>
          </a:p>
          <a:p>
            <a:r>
              <a:rPr lang="en-US" altLang="ko-KR" dirty="0"/>
              <a:t>Statistics</a:t>
            </a:r>
            <a:br>
              <a:rPr lang="en-US" altLang="ko-KR" dirty="0"/>
            </a:br>
            <a:r>
              <a:rPr lang="en-US" altLang="ko-KR" dirty="0"/>
              <a:t>Settings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8CC68-562A-4EDE-9439-661E14F649B7}"/>
              </a:ext>
            </a:extLst>
          </p:cNvPr>
          <p:cNvSpPr txBox="1"/>
          <p:nvPr/>
        </p:nvSpPr>
        <p:spPr>
          <a:xfrm>
            <a:off x="2067560" y="3702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Find Group, Task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603D93-7CF8-49AD-B1A3-517F4B5E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63" y="321787"/>
            <a:ext cx="385794" cy="466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B954A0-4786-4AD7-B113-3A920C54B1B4}"/>
              </a:ext>
            </a:extLst>
          </p:cNvPr>
          <p:cNvSpPr txBox="1"/>
          <p:nvPr/>
        </p:nvSpPr>
        <p:spPr>
          <a:xfrm>
            <a:off x="2307970" y="128273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Point : XXX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566A92-6531-499B-A30B-395AD48C29E7}"/>
              </a:ext>
            </a:extLst>
          </p:cNvPr>
          <p:cNvSpPr/>
          <p:nvPr/>
        </p:nvSpPr>
        <p:spPr>
          <a:xfrm>
            <a:off x="2066466" y="1740480"/>
            <a:ext cx="4104640" cy="4483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 of the reward Thumbnails </a:t>
            </a:r>
            <a:br>
              <a:rPr lang="en-US" altLang="ko-KR" dirty="0"/>
            </a:br>
            <a:r>
              <a:rPr lang="en-US" altLang="ko-KR" dirty="0"/>
              <a:t>Each thumb nail with completion rate ( Base photo is in gray scale, and coloring it according to its completion rate)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3EA5D-C3CF-4CE3-8D95-B88A567C4CA7}"/>
              </a:ext>
            </a:extLst>
          </p:cNvPr>
          <p:cNvSpPr txBox="1"/>
          <p:nvPr/>
        </p:nvSpPr>
        <p:spPr>
          <a:xfrm>
            <a:off x="4745818" y="279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Current rewards I have now.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06410F7-7647-4D25-844E-186C1C45A7CC}"/>
                  </a:ext>
                </a:extLst>
              </p14:cNvPr>
              <p14:cNvContentPartPr/>
              <p14:nvPr/>
            </p14:nvContentPartPr>
            <p14:xfrm>
              <a:off x="8540134" y="5216625"/>
              <a:ext cx="360" cy="3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06410F7-7647-4D25-844E-186C1C45A7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1134" y="520798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FF4E16-3E1B-4883-BEEC-96C78E54E346}"/>
              </a:ext>
            </a:extLst>
          </p:cNvPr>
          <p:cNvGrpSpPr/>
          <p:nvPr/>
        </p:nvGrpSpPr>
        <p:grpSpPr>
          <a:xfrm>
            <a:off x="7605214" y="5140665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528D224-DC5C-4808-BA9E-02DBA1EFF041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528D224-DC5C-4808-BA9E-02DBA1EFF0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686E75D-167E-41E8-9D53-837B704259F7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686E75D-167E-41E8-9D53-837B704259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D523F37-6991-4E5F-8CD2-BB90FDB03A2D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D523F37-6991-4E5F-8CD2-BB90FDB03A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46FDE4-48F7-43E0-95C7-BC5D73E77615}"/>
              </a:ext>
            </a:extLst>
          </p:cNvPr>
          <p:cNvSpPr txBox="1"/>
          <p:nvPr/>
        </p:nvSpPr>
        <p:spPr>
          <a:xfrm>
            <a:off x="8417934" y="511569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New reward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76C5650-01A8-412E-AF22-E9755A8A1E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51426" y="2806883"/>
            <a:ext cx="682453" cy="6637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49C3EC-FE58-4446-8D51-62F31F5A12D6}"/>
              </a:ext>
            </a:extLst>
          </p:cNvPr>
          <p:cNvSpPr txBox="1"/>
          <p:nvPr/>
        </p:nvSpPr>
        <p:spPr>
          <a:xfrm>
            <a:off x="8949602" y="29119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Can delete rewards 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472E1C-806E-44F2-A48C-0FFB9FA81573}"/>
              </a:ext>
            </a:extLst>
          </p:cNvPr>
          <p:cNvSpPr txBox="1"/>
          <p:nvPr/>
        </p:nvSpPr>
        <p:spPr>
          <a:xfrm>
            <a:off x="2131434" y="93169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My wallet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9D6D4B-7A7A-4728-A3C4-A72BBF80BF8E}"/>
              </a:ext>
            </a:extLst>
          </p:cNvPr>
          <p:cNvSpPr txBox="1"/>
          <p:nvPr/>
        </p:nvSpPr>
        <p:spPr>
          <a:xfrm>
            <a:off x="7073162" y="2208523"/>
            <a:ext cx="504814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List of Rewards which I created or copied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A8BBE950-2EA7-4D79-9AC7-1AE6F47309EE}"/>
                  </a:ext>
                </a:extLst>
              </p14:cNvPr>
              <p14:cNvContentPartPr/>
              <p14:nvPr/>
            </p14:nvContentPartPr>
            <p14:xfrm>
              <a:off x="1646730" y="1151877"/>
              <a:ext cx="4884480" cy="547920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A8BBE950-2EA7-4D79-9AC7-1AE6F47309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37730" y="1142877"/>
                <a:ext cx="4902120" cy="549684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53C0B90-039E-446F-8DA6-9640E10B340B}"/>
              </a:ext>
            </a:extLst>
          </p:cNvPr>
          <p:cNvSpPr txBox="1"/>
          <p:nvPr/>
        </p:nvSpPr>
        <p:spPr>
          <a:xfrm>
            <a:off x="7271470" y="91340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My Rewards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3B20454B-7D16-44AE-994A-A7084D592ADA}"/>
                  </a:ext>
                </a:extLst>
              </p14:cNvPr>
              <p14:cNvContentPartPr/>
              <p14:nvPr/>
            </p14:nvContentPartPr>
            <p14:xfrm>
              <a:off x="6794370" y="950277"/>
              <a:ext cx="5389560" cy="545292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3B20454B-7D16-44AE-994A-A7084D592AD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5730" y="941637"/>
                <a:ext cx="5407200" cy="54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4B40504-0AC8-415A-B5A0-5969F49B7108}"/>
                  </a:ext>
                </a:extLst>
              </p14:cNvPr>
              <p14:cNvContentPartPr/>
              <p14:nvPr/>
            </p14:nvContentPartPr>
            <p14:xfrm>
              <a:off x="5288118" y="313798"/>
              <a:ext cx="5661720" cy="40723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4B40504-0AC8-415A-B5A0-5969F49B710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52478" y="242158"/>
                <a:ext cx="5733360" cy="421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524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99D04-2E8D-4BEF-90D8-A7E192F84FE9}"/>
              </a:ext>
            </a:extLst>
          </p:cNvPr>
          <p:cNvSpPr txBox="1"/>
          <p:nvPr/>
        </p:nvSpPr>
        <p:spPr>
          <a:xfrm>
            <a:off x="294640" y="54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New Reward View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88083-2E7C-4222-89D2-4A5960405CEF}"/>
              </a:ext>
            </a:extLst>
          </p:cNvPr>
          <p:cNvSpPr txBox="1"/>
          <p:nvPr/>
        </p:nvSpPr>
        <p:spPr>
          <a:xfrm>
            <a:off x="887794" y="1825251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Detail of the Reward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ECB882-787B-43EC-A76B-369888125E04}"/>
              </a:ext>
            </a:extLst>
          </p:cNvPr>
          <p:cNvSpPr/>
          <p:nvPr/>
        </p:nvSpPr>
        <p:spPr>
          <a:xfrm>
            <a:off x="2239528" y="2920455"/>
            <a:ext cx="2734002" cy="2458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PHOTO of the reward 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D5B16E-0817-42B2-A115-A6379F52CE99}"/>
              </a:ext>
            </a:extLst>
          </p:cNvPr>
          <p:cNvSpPr/>
          <p:nvPr/>
        </p:nvSpPr>
        <p:spPr>
          <a:xfrm>
            <a:off x="887794" y="2925508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 PHOTO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F8B3709-A72F-4FA0-AD84-CC81289261D3}"/>
              </a:ext>
            </a:extLst>
          </p:cNvPr>
          <p:cNvSpPr/>
          <p:nvPr/>
        </p:nvSpPr>
        <p:spPr>
          <a:xfrm>
            <a:off x="10753031" y="6245718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SAVE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263F47-CD79-40A2-81FD-F03DFDF15326}"/>
              </a:ext>
            </a:extLst>
          </p:cNvPr>
          <p:cNvSpPr txBox="1"/>
          <p:nvPr/>
        </p:nvSpPr>
        <p:spPr>
          <a:xfrm>
            <a:off x="887794" y="671957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REWARD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FE4F3-2776-4C50-A8EB-15CD91F5C743}"/>
              </a:ext>
            </a:extLst>
          </p:cNvPr>
          <p:cNvSpPr txBox="1"/>
          <p:nvPr/>
        </p:nvSpPr>
        <p:spPr>
          <a:xfrm>
            <a:off x="944227" y="1197590"/>
            <a:ext cx="27269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Title of the Reward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02D27B8-B451-4AB9-A5ED-5D029D03D40F}"/>
                  </a:ext>
                </a:extLst>
              </p14:cNvPr>
              <p14:cNvContentPartPr/>
              <p14:nvPr/>
            </p14:nvContentPartPr>
            <p14:xfrm>
              <a:off x="3330491" y="466787"/>
              <a:ext cx="6599160" cy="41680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02D27B8-B451-4AB9-A5ED-5D029D03D4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4851" y="395147"/>
                <a:ext cx="6670800" cy="431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511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18289F-633F-483E-8B68-3D227B96F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" y="370205"/>
            <a:ext cx="452120" cy="681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E9091-9775-407C-AFFD-B24E1372B65B}"/>
              </a:ext>
            </a:extLst>
          </p:cNvPr>
          <p:cNvSpPr txBox="1"/>
          <p:nvPr/>
        </p:nvSpPr>
        <p:spPr>
          <a:xfrm>
            <a:off x="304800" y="1052195"/>
            <a:ext cx="157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닉네임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My Task</a:t>
            </a:r>
          </a:p>
          <a:p>
            <a:r>
              <a:rPr lang="en-US" altLang="ko-KR" dirty="0"/>
              <a:t>My Group</a:t>
            </a:r>
          </a:p>
          <a:p>
            <a:r>
              <a:rPr lang="en-US" altLang="ko-KR" dirty="0"/>
              <a:t>My Reward</a:t>
            </a:r>
          </a:p>
          <a:p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Statistics</a:t>
            </a:r>
            <a:br>
              <a:rPr lang="en-US" altLang="ko-KR" dirty="0"/>
            </a:br>
            <a:r>
              <a:rPr lang="en-US" altLang="ko-KR" dirty="0"/>
              <a:t>Settings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9D4DF63C-B4C3-437F-B89D-AF1726E17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60851"/>
              </p:ext>
            </p:extLst>
          </p:nvPr>
        </p:nvGraphicFramePr>
        <p:xfrm>
          <a:off x="1884679" y="1933786"/>
          <a:ext cx="10179162" cy="4368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280">
                  <a:extLst>
                    <a:ext uri="{9D8B030D-6E8A-4147-A177-3AD203B41FA5}">
                      <a16:colId xmlns:a16="http://schemas.microsoft.com/office/drawing/2014/main" val="783410314"/>
                    </a:ext>
                  </a:extLst>
                </a:gridCol>
                <a:gridCol w="791247">
                  <a:extLst>
                    <a:ext uri="{9D8B030D-6E8A-4147-A177-3AD203B41FA5}">
                      <a16:colId xmlns:a16="http://schemas.microsoft.com/office/drawing/2014/main" val="3015688481"/>
                    </a:ext>
                  </a:extLst>
                </a:gridCol>
                <a:gridCol w="1131071">
                  <a:extLst>
                    <a:ext uri="{9D8B030D-6E8A-4147-A177-3AD203B41FA5}">
                      <a16:colId xmlns:a16="http://schemas.microsoft.com/office/drawing/2014/main" val="3411594349"/>
                    </a:ext>
                  </a:extLst>
                </a:gridCol>
                <a:gridCol w="1033896">
                  <a:extLst>
                    <a:ext uri="{9D8B030D-6E8A-4147-A177-3AD203B41FA5}">
                      <a16:colId xmlns:a16="http://schemas.microsoft.com/office/drawing/2014/main" val="306748843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89795454"/>
                    </a:ext>
                  </a:extLst>
                </a:gridCol>
                <a:gridCol w="879196">
                  <a:extLst>
                    <a:ext uri="{9D8B030D-6E8A-4147-A177-3AD203B41FA5}">
                      <a16:colId xmlns:a16="http://schemas.microsoft.com/office/drawing/2014/main" val="1086349657"/>
                    </a:ext>
                  </a:extLst>
                </a:gridCol>
                <a:gridCol w="1131018">
                  <a:extLst>
                    <a:ext uri="{9D8B030D-6E8A-4147-A177-3AD203B41FA5}">
                      <a16:colId xmlns:a16="http://schemas.microsoft.com/office/drawing/2014/main" val="485108870"/>
                    </a:ext>
                  </a:extLst>
                </a:gridCol>
                <a:gridCol w="1131018">
                  <a:extLst>
                    <a:ext uri="{9D8B030D-6E8A-4147-A177-3AD203B41FA5}">
                      <a16:colId xmlns:a16="http://schemas.microsoft.com/office/drawing/2014/main" val="776614339"/>
                    </a:ext>
                  </a:extLst>
                </a:gridCol>
                <a:gridCol w="1131018">
                  <a:extLst>
                    <a:ext uri="{9D8B030D-6E8A-4147-A177-3AD203B41FA5}">
                      <a16:colId xmlns:a16="http://schemas.microsoft.com/office/drawing/2014/main" val="461425095"/>
                    </a:ext>
                  </a:extLst>
                </a:gridCol>
                <a:gridCol w="1131018">
                  <a:extLst>
                    <a:ext uri="{9D8B030D-6E8A-4147-A177-3AD203B41FA5}">
                      <a16:colId xmlns:a16="http://schemas.microsoft.com/office/drawing/2014/main" val="680770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GROUP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Category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Title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# of POC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Start 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End 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Longest POC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Completion %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Completion % </a:t>
                      </a:r>
                      <a:endParaRPr lang="ko-KR" altLang="en-US" dirty="0"/>
                    </a:p>
                    <a:p>
                      <a:pPr latinLnBrk="1"/>
                      <a:r>
                        <a:rPr lang="en-US" altLang="ko-KR" dirty="0"/>
                        <a:t>Last 30 days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Points earned by this Task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12468"/>
                  </a:ext>
                </a:extLst>
              </a:tr>
              <a:tr h="431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49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97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ABC high school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97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ABC high school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352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B89E83B-1AA9-4A72-8EC1-9785A6941B3C}"/>
              </a:ext>
            </a:extLst>
          </p:cNvPr>
          <p:cNvSpPr txBox="1"/>
          <p:nvPr/>
        </p:nvSpPr>
        <p:spPr>
          <a:xfrm>
            <a:off x="1803400" y="1275331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Total tasks : 123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DAD38-3AE2-483D-A820-3DE166E74F2E}"/>
              </a:ext>
            </a:extLst>
          </p:cNvPr>
          <p:cNvSpPr txBox="1"/>
          <p:nvPr/>
        </p:nvSpPr>
        <p:spPr>
          <a:xfrm>
            <a:off x="4330700" y="1283175"/>
            <a:ext cx="304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Total Points : 1418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6E0210-F5C2-4D1B-82E6-43F7A486914C}"/>
              </a:ext>
            </a:extLst>
          </p:cNvPr>
          <p:cNvSpPr txBox="1"/>
          <p:nvPr/>
        </p:nvSpPr>
        <p:spPr>
          <a:xfrm>
            <a:off x="9222740" y="1258266"/>
            <a:ext cx="304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My Groups: 3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E14A2E-D106-41EA-AF54-17A3DE4561A7}"/>
              </a:ext>
            </a:extLst>
          </p:cNvPr>
          <p:cNvSpPr txBox="1"/>
          <p:nvPr/>
        </p:nvSpPr>
        <p:spPr>
          <a:xfrm>
            <a:off x="6776720" y="1261279"/>
            <a:ext cx="304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Total Rewards : 5</a:t>
            </a:r>
            <a:endParaRPr lang="ko-KR" altLang="en-US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BADF564-B11A-4388-AA89-310627147D98}"/>
              </a:ext>
            </a:extLst>
          </p:cNvPr>
          <p:cNvSpPr/>
          <p:nvPr/>
        </p:nvSpPr>
        <p:spPr>
          <a:xfrm>
            <a:off x="1727200" y="279400"/>
            <a:ext cx="3591560" cy="563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DFF37A-B57F-4D89-9CD8-1A5C457B0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63" y="321787"/>
            <a:ext cx="385794" cy="4661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8EB704-77F4-4EEA-9729-286E1A712CC0}"/>
              </a:ext>
            </a:extLst>
          </p:cNvPr>
          <p:cNvSpPr txBox="1"/>
          <p:nvPr/>
        </p:nvSpPr>
        <p:spPr>
          <a:xfrm>
            <a:off x="2067560" y="3702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Find Group, Task, member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6238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200906-239F-4F34-8F45-AED81D3325A5}"/>
              </a:ext>
            </a:extLst>
          </p:cNvPr>
          <p:cNvSpPr/>
          <p:nvPr/>
        </p:nvSpPr>
        <p:spPr>
          <a:xfrm>
            <a:off x="1727200" y="279400"/>
            <a:ext cx="3591560" cy="5638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8289F-633F-483E-8B68-3D227B96F0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0" y="370205"/>
            <a:ext cx="452120" cy="681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E9091-9775-407C-AFFD-B24E1372B65B}"/>
              </a:ext>
            </a:extLst>
          </p:cNvPr>
          <p:cNvSpPr txBox="1"/>
          <p:nvPr/>
        </p:nvSpPr>
        <p:spPr>
          <a:xfrm>
            <a:off x="304800" y="1052195"/>
            <a:ext cx="1579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 닉네임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My Task</a:t>
            </a:r>
          </a:p>
          <a:p>
            <a:r>
              <a:rPr lang="en-US" altLang="ko-KR" dirty="0"/>
              <a:t>My Group</a:t>
            </a:r>
          </a:p>
          <a:p>
            <a:r>
              <a:rPr lang="en-US" altLang="ko-KR" dirty="0"/>
              <a:t>My Wallet</a:t>
            </a:r>
            <a:br>
              <a:rPr lang="en-US" altLang="ko-KR" dirty="0"/>
            </a:br>
            <a:r>
              <a:rPr lang="en-US" altLang="ko-KR" dirty="0"/>
              <a:t>Statistics</a:t>
            </a:r>
          </a:p>
          <a:p>
            <a:r>
              <a:rPr lang="en-US" altLang="ko-K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Settings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8CC68-562A-4EDE-9439-661E14F649B7}"/>
              </a:ext>
            </a:extLst>
          </p:cNvPr>
          <p:cNvSpPr txBox="1"/>
          <p:nvPr/>
        </p:nvSpPr>
        <p:spPr>
          <a:xfrm>
            <a:off x="2067560" y="37020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Find Group, Task, member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603D93-7CF8-49AD-B1A3-517F4B5E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63" y="321787"/>
            <a:ext cx="385794" cy="4661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A04DE84-34B9-4CB1-B43C-BCDFDB0E7B27}"/>
                  </a:ext>
                </a:extLst>
              </p14:cNvPr>
              <p14:cNvContentPartPr/>
              <p14:nvPr/>
            </p14:nvContentPartPr>
            <p14:xfrm>
              <a:off x="3410374" y="1584440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A04DE84-34B9-4CB1-B43C-BCDFDB0E7B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01374" y="157580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85E4D016-E7EB-4D8E-B2F1-99C95AB54A35}"/>
              </a:ext>
            </a:extLst>
          </p:cNvPr>
          <p:cNvGrpSpPr/>
          <p:nvPr/>
        </p:nvGrpSpPr>
        <p:grpSpPr>
          <a:xfrm>
            <a:off x="2475454" y="1508480"/>
            <a:ext cx="543240" cy="658800"/>
            <a:chOff x="1584520" y="4739360"/>
            <a:chExt cx="543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9FB2984-CF24-4C02-95DE-315EC90527A8}"/>
                    </a:ext>
                  </a:extLst>
                </p14:cNvPr>
                <p14:cNvContentPartPr/>
                <p14:nvPr/>
              </p14:nvContentPartPr>
              <p14:xfrm>
                <a:off x="1837600" y="4967960"/>
                <a:ext cx="1080" cy="3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9FB2984-CF24-4C02-95DE-315EC90527A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8960" y="495896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5D0017E-317A-43EA-963D-3EE42644E5B2}"/>
                    </a:ext>
                  </a:extLst>
                </p14:cNvPr>
                <p14:cNvContentPartPr/>
                <p14:nvPr/>
              </p14:nvContentPartPr>
              <p14:xfrm>
                <a:off x="1828600" y="4739360"/>
                <a:ext cx="25920" cy="6588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5D0017E-317A-43EA-963D-3EE42644E5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9600" y="4730360"/>
                  <a:ext cx="4356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6926E41-E1A1-4C74-B1D9-522606246629}"/>
                    </a:ext>
                  </a:extLst>
                </p14:cNvPr>
                <p14:cNvContentPartPr/>
                <p14:nvPr/>
              </p14:nvContentPartPr>
              <p14:xfrm>
                <a:off x="1584520" y="5038880"/>
                <a:ext cx="543240" cy="111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6926E41-E1A1-4C74-B1D9-5226062466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5880" y="5029880"/>
                  <a:ext cx="56088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E3FE5D2-6DA3-4546-B0F0-F272034E15B0}"/>
              </a:ext>
            </a:extLst>
          </p:cNvPr>
          <p:cNvSpPr txBox="1"/>
          <p:nvPr/>
        </p:nvSpPr>
        <p:spPr>
          <a:xfrm>
            <a:off x="2278386" y="2369187"/>
            <a:ext cx="24104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467F7-8593-4EB5-97BA-A754B8F05E3A}"/>
              </a:ext>
            </a:extLst>
          </p:cNvPr>
          <p:cNvSpPr txBox="1"/>
          <p:nvPr/>
        </p:nvSpPr>
        <p:spPr>
          <a:xfrm>
            <a:off x="2278386" y="3026293"/>
            <a:ext cx="24104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CFC0E-91BF-4AD4-B5A1-A517D6715BC0}"/>
              </a:ext>
            </a:extLst>
          </p:cNvPr>
          <p:cNvSpPr txBox="1"/>
          <p:nvPr/>
        </p:nvSpPr>
        <p:spPr>
          <a:xfrm>
            <a:off x="2260457" y="3678280"/>
            <a:ext cx="24104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13609F-7E67-4E86-9AF9-1319BB82ADC6}"/>
              </a:ext>
            </a:extLst>
          </p:cNvPr>
          <p:cNvSpPr txBox="1"/>
          <p:nvPr/>
        </p:nvSpPr>
        <p:spPr>
          <a:xfrm>
            <a:off x="2260457" y="4330267"/>
            <a:ext cx="24104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카테고리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7B4E5C4-7A6C-43F8-AB64-9A97C07702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107" y="2186149"/>
            <a:ext cx="682453" cy="66375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5FF13B9-6904-4D36-82FE-3C9534AEBB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107" y="2900046"/>
            <a:ext cx="682453" cy="66375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6678839-90ED-4FB8-9903-0ABAFA9AEC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107" y="3598069"/>
            <a:ext cx="682453" cy="66375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25EFBE3-5F86-4118-988F-9A1446A31F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4106" y="4330267"/>
            <a:ext cx="682453" cy="6637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213DBE4-CF6A-4998-8208-9BE31C205B5E}"/>
              </a:ext>
            </a:extLst>
          </p:cNvPr>
          <p:cNvSpPr txBox="1"/>
          <p:nvPr/>
        </p:nvSpPr>
        <p:spPr>
          <a:xfrm>
            <a:off x="6695442" y="2865891"/>
            <a:ext cx="4595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 </a:t>
            </a:r>
            <a:r>
              <a:rPr lang="ko-KR" altLang="en-US" dirty="0"/>
              <a:t>등 개인 정보 표시 및 수정 폼</a:t>
            </a:r>
            <a:r>
              <a:rPr lang="en-US" altLang="ko-KR" dirty="0"/>
              <a:t>. </a:t>
            </a:r>
            <a:r>
              <a:rPr lang="ko-KR" altLang="en-US" dirty="0"/>
              <a:t>각 개인 정보마다 </a:t>
            </a:r>
            <a:r>
              <a:rPr lang="en-US" altLang="ko-KR" dirty="0"/>
              <a:t>public open </a:t>
            </a:r>
            <a:r>
              <a:rPr lang="ko-KR" altLang="en-US" dirty="0"/>
              <a:t>할지 체크박스 존재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6843215-0382-4112-933E-A5F47580BF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140" y="1055090"/>
            <a:ext cx="452120" cy="68199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F43E57-3355-4062-83E9-8EB38AAD5195}"/>
              </a:ext>
            </a:extLst>
          </p:cNvPr>
          <p:cNvSpPr/>
          <p:nvPr/>
        </p:nvSpPr>
        <p:spPr>
          <a:xfrm>
            <a:off x="8107680" y="1106714"/>
            <a:ext cx="1156446" cy="578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UPLOAD PHOTO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865238-2EB6-41B1-BF18-482C7289F787}"/>
              </a:ext>
            </a:extLst>
          </p:cNvPr>
          <p:cNvSpPr txBox="1"/>
          <p:nvPr/>
        </p:nvSpPr>
        <p:spPr>
          <a:xfrm>
            <a:off x="8104991" y="1982614"/>
            <a:ext cx="130316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EDIT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41C664-2E21-4951-A407-C7E3C6A76A86}"/>
              </a:ext>
            </a:extLst>
          </p:cNvPr>
          <p:cNvSpPr txBox="1"/>
          <p:nvPr/>
        </p:nvSpPr>
        <p:spPr>
          <a:xfrm>
            <a:off x="10184786" y="1982614"/>
            <a:ext cx="147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Edit </a:t>
            </a:r>
            <a:r>
              <a:rPr lang="ko-KR" altLang="en-US" dirty="0">
                <a:solidFill>
                  <a:schemeClr val="accent6"/>
                </a:solidFill>
              </a:rPr>
              <a:t>닉네임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F91CE3-34FA-4348-B77E-B472E18B3F62}"/>
              </a:ext>
            </a:extLst>
          </p:cNvPr>
          <p:cNvSpPr txBox="1"/>
          <p:nvPr/>
        </p:nvSpPr>
        <p:spPr>
          <a:xfrm>
            <a:off x="9822180" y="806981"/>
            <a:ext cx="2726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Change</a:t>
            </a:r>
            <a:r>
              <a:rPr lang="ko-KR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profile image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D21FB4E-5C69-4548-8907-B124634AAC4C}"/>
              </a:ext>
            </a:extLst>
          </p:cNvPr>
          <p:cNvCxnSpPr>
            <a:endCxn id="26" idx="3"/>
          </p:cNvCxnSpPr>
          <p:nvPr/>
        </p:nvCxnSpPr>
        <p:spPr>
          <a:xfrm flipH="1">
            <a:off x="9453880" y="1176313"/>
            <a:ext cx="368300" cy="159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881023D-32DF-4215-ADB7-D4E7C5B9A1FE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9472466" y="2167280"/>
            <a:ext cx="712320" cy="1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6BCED14-3798-454A-B11A-B3EDF8E6ECAC}"/>
              </a:ext>
            </a:extLst>
          </p:cNvPr>
          <p:cNvSpPr txBox="1"/>
          <p:nvPr/>
        </p:nvSpPr>
        <p:spPr>
          <a:xfrm>
            <a:off x="3294238" y="1182836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dirty="0"/>
            </a:br>
            <a:r>
              <a:rPr lang="en-US" altLang="ko-KR" dirty="0"/>
              <a:t>New category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6E8BC-7579-4343-9AB4-924EB5C25E0B}"/>
              </a:ext>
            </a:extLst>
          </p:cNvPr>
          <p:cNvSpPr txBox="1"/>
          <p:nvPr/>
        </p:nvSpPr>
        <p:spPr>
          <a:xfrm>
            <a:off x="7011746" y="1722098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dirty="0"/>
            </a:br>
            <a:r>
              <a:rPr lang="ko-KR" altLang="en-US" dirty="0"/>
              <a:t>닉네임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3C90DE-CE93-419E-BE18-FA5831DFF5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12769" y="5319072"/>
            <a:ext cx="2904634" cy="12189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123FA47-5329-4767-8CCB-A64491F82DBC}"/>
                  </a:ext>
                </a:extLst>
              </p14:cNvPr>
              <p14:cNvContentPartPr/>
              <p14:nvPr/>
            </p14:nvContentPartPr>
            <p14:xfrm>
              <a:off x="4123158" y="984118"/>
              <a:ext cx="6142680" cy="45172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123FA47-5329-4767-8CCB-A64491F82D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7518" y="912118"/>
                <a:ext cx="6214320" cy="46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478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3674D3-7870-4495-BBB0-656717A07861}"/>
              </a:ext>
            </a:extLst>
          </p:cNvPr>
          <p:cNvSpPr txBox="1"/>
          <p:nvPr/>
        </p:nvSpPr>
        <p:spPr>
          <a:xfrm>
            <a:off x="315963" y="569803"/>
            <a:ext cx="11955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+mj-lt"/>
              </a:rPr>
              <a:t>INVITE </a:t>
            </a:r>
            <a:r>
              <a:rPr lang="ko-KR" altLang="en-US" b="0" i="0" dirty="0">
                <a:effectLst/>
                <a:latin typeface="+mj-lt"/>
              </a:rPr>
              <a:t>해서 멤버 초개 </a:t>
            </a:r>
            <a:r>
              <a:rPr lang="ko-KR" altLang="en-US" b="0" i="0" dirty="0" err="1">
                <a:effectLst/>
                <a:latin typeface="+mj-lt"/>
              </a:rPr>
              <a:t>하는거</a:t>
            </a:r>
            <a:r>
              <a:rPr lang="en-US" altLang="ko-KR" b="0" i="0" dirty="0">
                <a:effectLst/>
                <a:latin typeface="+mj-lt"/>
              </a:rPr>
              <a:t>, </a:t>
            </a:r>
            <a:r>
              <a:rPr lang="ko-KR" altLang="en-US" b="0" i="0" dirty="0">
                <a:effectLst/>
                <a:latin typeface="+mj-lt"/>
              </a:rPr>
              <a:t>사용자 검색은 되는데 초대 전송이 안된다</a:t>
            </a:r>
            <a:r>
              <a:rPr lang="en-US" altLang="ko-KR" b="0" i="0" dirty="0">
                <a:effectLst/>
                <a:latin typeface="+mj-lt"/>
              </a:rPr>
              <a:t>. </a:t>
            </a:r>
            <a:r>
              <a:rPr lang="ko-KR" altLang="en-US" b="0" i="0" dirty="0">
                <a:effectLst/>
                <a:latin typeface="+mj-lt"/>
              </a:rPr>
              <a:t>아마 아직 </a:t>
            </a:r>
            <a:r>
              <a:rPr lang="ko-KR" altLang="en-US" b="0" i="0" dirty="0" err="1">
                <a:effectLst/>
                <a:latin typeface="+mj-lt"/>
              </a:rPr>
              <a:t>메세지</a:t>
            </a:r>
            <a:r>
              <a:rPr lang="ko-KR" altLang="en-US" b="0" i="0" dirty="0">
                <a:effectLst/>
                <a:latin typeface="+mj-lt"/>
              </a:rPr>
              <a:t> 관련 기능이 작성되지 않아서 </a:t>
            </a:r>
            <a:r>
              <a:rPr lang="ko-KR" altLang="en-US" b="0" i="0" dirty="0" err="1">
                <a:effectLst/>
                <a:latin typeface="+mj-lt"/>
              </a:rPr>
              <a:t>그럴거</a:t>
            </a:r>
            <a:r>
              <a:rPr lang="ko-KR" altLang="en-US" b="0" i="0" dirty="0">
                <a:effectLst/>
                <a:latin typeface="+mj-lt"/>
              </a:rPr>
              <a:t> 같아</a:t>
            </a:r>
            <a:r>
              <a:rPr lang="en-US" altLang="ko-KR" b="0" i="0" dirty="0">
                <a:effectLst/>
                <a:latin typeface="+mj-lt"/>
              </a:rPr>
              <a:t>. </a:t>
            </a:r>
            <a:r>
              <a:rPr lang="ko-KR" altLang="en-US" b="0" i="0" dirty="0">
                <a:effectLst/>
                <a:latin typeface="+mj-lt"/>
              </a:rPr>
              <a:t>이제 이 부분 넣어줘</a:t>
            </a:r>
            <a:r>
              <a:rPr lang="en-US" altLang="ko-KR" b="0" i="0" dirty="0">
                <a:effectLst/>
                <a:latin typeface="+mj-lt"/>
              </a:rPr>
              <a:t>. </a:t>
            </a:r>
            <a:r>
              <a:rPr lang="ko-KR" altLang="en-US" b="0" i="0" dirty="0">
                <a:effectLst/>
                <a:latin typeface="+mj-lt"/>
              </a:rPr>
              <a:t>그리고 초대는 </a:t>
            </a:r>
            <a:r>
              <a:rPr lang="en-US" altLang="ko-KR" b="0" i="0" dirty="0">
                <a:effectLst/>
                <a:latin typeface="+mj-lt"/>
              </a:rPr>
              <a:t>INVITE </a:t>
            </a:r>
            <a:r>
              <a:rPr lang="ko-KR" altLang="en-US" b="0" i="0" dirty="0">
                <a:effectLst/>
                <a:latin typeface="+mj-lt"/>
              </a:rPr>
              <a:t>에서 초대 전송도 되지만</a:t>
            </a:r>
            <a:r>
              <a:rPr lang="en-US" altLang="ko-KR" b="0" i="0" dirty="0">
                <a:effectLst/>
                <a:latin typeface="+mj-lt"/>
              </a:rPr>
              <a:t>, </a:t>
            </a:r>
            <a:r>
              <a:rPr lang="ko-KR" altLang="en-US" b="0" i="0" dirty="0">
                <a:effectLst/>
                <a:latin typeface="+mj-lt"/>
              </a:rPr>
              <a:t>초대 링크복사해서 초대 링크만 있어서 초대할 수 있게 해줘</a:t>
            </a:r>
            <a:r>
              <a:rPr lang="en-US" altLang="ko-KR" b="0" i="0" dirty="0">
                <a:effectLst/>
                <a:latin typeface="+mj-lt"/>
              </a:rPr>
              <a:t>. </a:t>
            </a:r>
            <a:r>
              <a:rPr lang="ko-KR" altLang="en-US" b="0" i="0" dirty="0">
                <a:effectLst/>
                <a:latin typeface="+mj-lt"/>
              </a:rPr>
              <a:t>초대 받은 사람은 자동가입 그룹이면 자동으로 가입되고</a:t>
            </a:r>
            <a:r>
              <a:rPr lang="en-US" altLang="ko-KR" b="0" i="0" dirty="0">
                <a:effectLst/>
                <a:latin typeface="+mj-lt"/>
              </a:rPr>
              <a:t>, </a:t>
            </a:r>
            <a:r>
              <a:rPr lang="ko-KR" altLang="en-US" b="0" i="0" dirty="0">
                <a:effectLst/>
                <a:latin typeface="+mj-lt"/>
              </a:rPr>
              <a:t>승인 가입 그룹이면 가입 요청 보낼 수 있고</a:t>
            </a:r>
            <a:r>
              <a:rPr lang="en-US" altLang="ko-KR" b="0" i="0" dirty="0">
                <a:effectLst/>
                <a:latin typeface="+mj-lt"/>
              </a:rPr>
              <a:t>, </a:t>
            </a:r>
            <a:r>
              <a:rPr lang="ko-KR" altLang="en-US" b="0" i="0" dirty="0">
                <a:effectLst/>
                <a:latin typeface="+mj-lt"/>
              </a:rPr>
              <a:t>매니저가 가입 승인 누르면 가입 되게 해줘</a:t>
            </a:r>
            <a:endParaRPr lang="en-US" altLang="ko-KR" b="0" i="0" dirty="0">
              <a:effectLst/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6590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D2DBB5-2F21-49BF-B35C-843CB14C74E8}"/>
              </a:ext>
            </a:extLst>
          </p:cNvPr>
          <p:cNvSpPr txBox="1"/>
          <p:nvPr/>
        </p:nvSpPr>
        <p:spPr>
          <a:xfrm>
            <a:off x="159357" y="-159306"/>
            <a:ext cx="1174159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+mj-lt"/>
            </a:endParaRPr>
          </a:p>
          <a:p>
            <a:r>
              <a:rPr lang="ko-KR" altLang="en-US" dirty="0">
                <a:latin typeface="+mj-lt"/>
              </a:rPr>
              <a:t>그룹 태스크 생성하는 부분 수정할거야</a:t>
            </a:r>
            <a:r>
              <a:rPr lang="en-US" altLang="ko-KR" dirty="0">
                <a:latin typeface="+mj-lt"/>
              </a:rPr>
              <a:t>. </a:t>
            </a:r>
          </a:p>
          <a:p>
            <a:r>
              <a:rPr lang="ko-KR" altLang="en-US" dirty="0">
                <a:latin typeface="+mj-lt"/>
              </a:rPr>
              <a:t>지금 </a:t>
            </a:r>
            <a:r>
              <a:rPr lang="ko-KR" altLang="en-US" dirty="0" err="1">
                <a:latin typeface="+mj-lt"/>
              </a:rPr>
              <a:t>날짜별</a:t>
            </a:r>
            <a:r>
              <a:rPr lang="ko-KR" altLang="en-US" dirty="0">
                <a:latin typeface="+mj-lt"/>
              </a:rPr>
              <a:t> 태스크 할당하는 것과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태스크 이미지 업로드 하는 것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태스크 링크 추가하는 것 없어</a:t>
            </a:r>
            <a:r>
              <a:rPr lang="en-US" altLang="ko-KR" dirty="0">
                <a:latin typeface="+mj-lt"/>
              </a:rPr>
              <a:t>. </a:t>
            </a:r>
          </a:p>
          <a:p>
            <a:r>
              <a:rPr lang="ko-KR" altLang="en-US" dirty="0">
                <a:latin typeface="+mj-lt"/>
              </a:rPr>
              <a:t>그리고 리워드를 </a:t>
            </a:r>
            <a:r>
              <a:rPr lang="ko-KR" altLang="en-US" dirty="0" err="1">
                <a:latin typeface="+mj-lt"/>
              </a:rPr>
              <a:t>그룹리워드를</a:t>
            </a:r>
            <a:r>
              <a:rPr lang="ko-KR" altLang="en-US" dirty="0">
                <a:latin typeface="+mj-lt"/>
              </a:rPr>
              <a:t> 만들어서 거기서 선택하는 부분도 없고</a:t>
            </a:r>
            <a:r>
              <a:rPr lang="en-US" altLang="ko-KR" dirty="0">
                <a:latin typeface="+mj-lt"/>
              </a:rPr>
              <a:t>. </a:t>
            </a:r>
            <a:r>
              <a:rPr lang="ko-KR" altLang="en-US" dirty="0">
                <a:latin typeface="+mj-lt"/>
              </a:rPr>
              <a:t>리워드 디테일 설명 추가하는 부분도 없어</a:t>
            </a:r>
            <a:r>
              <a:rPr lang="en-US" altLang="ko-KR" dirty="0">
                <a:latin typeface="+mj-lt"/>
              </a:rPr>
              <a:t>. </a:t>
            </a:r>
          </a:p>
          <a:p>
            <a:endParaRPr lang="en-US" altLang="ko-KR" dirty="0">
              <a:latin typeface="+mj-lt"/>
            </a:endParaRPr>
          </a:p>
          <a:p>
            <a:r>
              <a:rPr lang="ko-KR" altLang="en-US" dirty="0">
                <a:latin typeface="+mj-lt"/>
              </a:rPr>
              <a:t>정리하면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그룹 태스크 생성은 </a:t>
            </a:r>
          </a:p>
          <a:p>
            <a:r>
              <a:rPr lang="en-US" altLang="ko-KR" dirty="0">
                <a:latin typeface="+mj-lt"/>
              </a:rPr>
              <a:t>My task </a:t>
            </a:r>
            <a:r>
              <a:rPr lang="ko-KR" altLang="en-US" dirty="0">
                <a:latin typeface="+mj-lt"/>
              </a:rPr>
              <a:t>에서 </a:t>
            </a:r>
            <a:r>
              <a:rPr lang="en-US" altLang="ko-KR" dirty="0">
                <a:latin typeface="+mj-lt"/>
              </a:rPr>
              <a:t>+new task </a:t>
            </a:r>
            <a:r>
              <a:rPr lang="ko-KR" altLang="en-US" dirty="0">
                <a:latin typeface="+mj-lt"/>
              </a:rPr>
              <a:t>로 나오는 </a:t>
            </a:r>
            <a:r>
              <a:rPr lang="ko-KR" altLang="en-US" dirty="0" err="1">
                <a:latin typeface="+mj-lt"/>
              </a:rPr>
              <a:t>모달창의</a:t>
            </a:r>
            <a:r>
              <a:rPr lang="ko-KR" altLang="en-US" dirty="0">
                <a:latin typeface="+mj-lt"/>
              </a:rPr>
              <a:t> 기능에다가 </a:t>
            </a:r>
          </a:p>
          <a:p>
            <a:r>
              <a:rPr lang="en-US" altLang="ko-KR" dirty="0">
                <a:latin typeface="+mj-lt"/>
              </a:rPr>
              <a:t>1. </a:t>
            </a:r>
            <a:r>
              <a:rPr lang="ko-KR" altLang="en-US" dirty="0">
                <a:latin typeface="+mj-lt"/>
              </a:rPr>
              <a:t>할당 대상 선택하는 것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dirty="0">
                <a:latin typeface="+mj-lt"/>
              </a:rPr>
              <a:t>그룹 전체인지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멤버 선택인지</a:t>
            </a:r>
            <a:r>
              <a:rPr lang="en-US" altLang="ko-KR" dirty="0">
                <a:latin typeface="+mj-lt"/>
              </a:rPr>
              <a:t>)</a:t>
            </a:r>
            <a:r>
              <a:rPr lang="ko-KR" altLang="en-US" dirty="0">
                <a:latin typeface="+mj-lt"/>
              </a:rPr>
              <a:t>과</a:t>
            </a:r>
          </a:p>
          <a:p>
            <a:r>
              <a:rPr lang="en-US" altLang="ko-KR" dirty="0">
                <a:latin typeface="+mj-lt"/>
              </a:rPr>
              <a:t>2. </a:t>
            </a:r>
            <a:r>
              <a:rPr lang="ko-KR" altLang="en-US" dirty="0">
                <a:latin typeface="+mj-lt"/>
              </a:rPr>
              <a:t>완료 승인 방식 </a:t>
            </a:r>
            <a:r>
              <a:rPr lang="en-US" altLang="ko-KR" dirty="0">
                <a:latin typeface="+mj-lt"/>
              </a:rPr>
              <a:t>Auto Reward </a:t>
            </a:r>
            <a:r>
              <a:rPr lang="ko-KR" altLang="en-US" dirty="0">
                <a:latin typeface="+mj-lt"/>
              </a:rPr>
              <a:t>인지</a:t>
            </a:r>
            <a:r>
              <a:rPr lang="en-US" altLang="ko-KR" dirty="0">
                <a:latin typeface="+mj-lt"/>
              </a:rPr>
              <a:t>, Need Approval </a:t>
            </a:r>
            <a:r>
              <a:rPr lang="ko-KR" altLang="en-US" dirty="0">
                <a:latin typeface="+mj-lt"/>
              </a:rPr>
              <a:t>인지 선택하는 기능이 더 추가 </a:t>
            </a:r>
            <a:r>
              <a:rPr lang="ko-KR" altLang="en-US" dirty="0" err="1">
                <a:latin typeface="+mj-lt"/>
              </a:rPr>
              <a:t>되면돼</a:t>
            </a:r>
            <a:r>
              <a:rPr lang="en-US" altLang="ko-KR" dirty="0">
                <a:latin typeface="+mj-lt"/>
              </a:rPr>
              <a:t>.</a:t>
            </a:r>
          </a:p>
          <a:p>
            <a:endParaRPr lang="en-US" altLang="ko-KR" dirty="0"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r>
              <a:rPr lang="en-US" altLang="ko-KR" dirty="0">
                <a:latin typeface="+mj-lt"/>
              </a:rPr>
              <a:t>Auto Reward </a:t>
            </a:r>
            <a:r>
              <a:rPr lang="ko-KR" altLang="en-US" dirty="0">
                <a:latin typeface="+mj-lt"/>
              </a:rPr>
              <a:t>는 그룹 태스크를 할당 받은 사람이 태스크에서 완료하기 누르면 바로 완료 </a:t>
            </a:r>
            <a:r>
              <a:rPr lang="ko-KR" altLang="en-US" dirty="0" err="1">
                <a:latin typeface="+mj-lt"/>
              </a:rPr>
              <a:t>되는거고</a:t>
            </a:r>
            <a:r>
              <a:rPr lang="en-US" altLang="ko-KR" dirty="0">
                <a:latin typeface="+mj-lt"/>
              </a:rPr>
              <a:t>, </a:t>
            </a:r>
          </a:p>
          <a:p>
            <a:r>
              <a:rPr lang="en-US" altLang="ko-KR" dirty="0">
                <a:latin typeface="+mj-lt"/>
              </a:rPr>
              <a:t>Need Approval </a:t>
            </a:r>
            <a:r>
              <a:rPr lang="ko-KR" altLang="en-US" dirty="0">
                <a:latin typeface="+mj-lt"/>
              </a:rPr>
              <a:t>은 태스크 완료 승인 요청이 그룹 매니저에게 발송되면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그룹 매니저가 태스크 완료 증명 내용을 보고 승인 하면 그때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태스크 완료가 </a:t>
            </a:r>
            <a:r>
              <a:rPr lang="ko-KR" altLang="en-US" dirty="0" err="1">
                <a:latin typeface="+mj-lt"/>
              </a:rPr>
              <a:t>되는거야</a:t>
            </a:r>
            <a:r>
              <a:rPr lang="en-US" altLang="ko-KR" dirty="0">
                <a:latin typeface="+mj-lt"/>
              </a:rPr>
              <a:t>. </a:t>
            </a:r>
          </a:p>
          <a:p>
            <a:r>
              <a:rPr lang="ko-KR" altLang="en-US" dirty="0">
                <a:latin typeface="+mj-lt"/>
              </a:rPr>
              <a:t>태스크 완료 시점에 </a:t>
            </a:r>
            <a:r>
              <a:rPr lang="en-US" altLang="ko-KR" dirty="0">
                <a:latin typeface="+mj-lt"/>
              </a:rPr>
              <a:t>reward </a:t>
            </a:r>
            <a:r>
              <a:rPr lang="ko-KR" altLang="en-US" dirty="0">
                <a:latin typeface="+mj-lt"/>
              </a:rPr>
              <a:t>는 주어지는 거고</a:t>
            </a:r>
            <a:r>
              <a:rPr lang="en-US" altLang="ko-KR" dirty="0">
                <a:latin typeface="+mj-lt"/>
              </a:rPr>
              <a:t>. </a:t>
            </a:r>
          </a:p>
          <a:p>
            <a:endParaRPr lang="en-US" altLang="ko-KR" dirty="0">
              <a:latin typeface="+mj-lt"/>
            </a:endParaRPr>
          </a:p>
          <a:p>
            <a:r>
              <a:rPr lang="ko-KR" altLang="en-US" dirty="0">
                <a:latin typeface="+mj-lt"/>
              </a:rPr>
              <a:t>그룹에서 할당 대상 선택은 멤버 리스트 보고 체크 박스로 선택하건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멤버 이름</a:t>
            </a:r>
            <a:r>
              <a:rPr lang="en-US" altLang="ko-KR" dirty="0">
                <a:latin typeface="+mj-lt"/>
              </a:rPr>
              <a:t>/</a:t>
            </a:r>
            <a:r>
              <a:rPr lang="ko-KR" altLang="en-US" dirty="0">
                <a:latin typeface="+mj-lt"/>
              </a:rPr>
              <a:t>아이디</a:t>
            </a:r>
            <a:r>
              <a:rPr lang="en-US" altLang="ko-KR" dirty="0">
                <a:latin typeface="+mj-lt"/>
              </a:rPr>
              <a:t>/</a:t>
            </a:r>
            <a:r>
              <a:rPr lang="ko-KR" altLang="en-US" dirty="0">
                <a:latin typeface="+mj-lt"/>
              </a:rPr>
              <a:t>별명 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dirty="0">
                <a:latin typeface="+mj-lt"/>
              </a:rPr>
              <a:t>통합으로 검색</a:t>
            </a:r>
            <a:r>
              <a:rPr lang="en-US" altLang="ko-KR" dirty="0">
                <a:latin typeface="+mj-lt"/>
              </a:rPr>
              <a:t>)</a:t>
            </a:r>
            <a:r>
              <a:rPr lang="ko-KR" altLang="en-US" dirty="0">
                <a:latin typeface="+mj-lt"/>
              </a:rPr>
              <a:t>으로 검색해서 추가하는 것 두가지 가능하게 해줘</a:t>
            </a:r>
            <a:r>
              <a:rPr lang="en-US" altLang="ko-KR" dirty="0">
                <a:latin typeface="+mj-lt"/>
              </a:rPr>
              <a:t>. </a:t>
            </a:r>
          </a:p>
          <a:p>
            <a:r>
              <a:rPr lang="ko-KR" altLang="en-US" dirty="0">
                <a:latin typeface="+mj-lt"/>
              </a:rPr>
              <a:t>전체 할당은 전체 할당이고</a:t>
            </a:r>
            <a:r>
              <a:rPr lang="en-US" altLang="ko-KR" dirty="0">
                <a:latin typeface="+mj-lt"/>
              </a:rPr>
              <a:t>.</a:t>
            </a:r>
          </a:p>
          <a:p>
            <a:endParaRPr lang="en-US" altLang="ko-KR" dirty="0">
              <a:latin typeface="+mj-lt"/>
            </a:endParaRPr>
          </a:p>
          <a:p>
            <a:r>
              <a:rPr lang="ko-KR" altLang="en-US" dirty="0">
                <a:latin typeface="+mj-lt"/>
              </a:rPr>
              <a:t>할당 받은 태스크는 개인별로 해당 태스크가 지정된 날짜에 </a:t>
            </a:r>
            <a:r>
              <a:rPr lang="en-US" altLang="ko-KR" dirty="0">
                <a:latin typeface="+mj-lt"/>
              </a:rPr>
              <a:t>My Task </a:t>
            </a:r>
            <a:r>
              <a:rPr lang="ko-KR" altLang="en-US" dirty="0">
                <a:latin typeface="+mj-lt"/>
              </a:rPr>
              <a:t>에서 보이게 되고</a:t>
            </a:r>
            <a:r>
              <a:rPr lang="en-US" altLang="ko-KR" dirty="0">
                <a:latin typeface="+mj-lt"/>
              </a:rPr>
              <a:t>, </a:t>
            </a:r>
          </a:p>
          <a:p>
            <a:r>
              <a:rPr lang="en-US" altLang="ko-KR" dirty="0">
                <a:latin typeface="+mj-lt"/>
              </a:rPr>
              <a:t>My Task </a:t>
            </a:r>
            <a:r>
              <a:rPr lang="ko-KR" altLang="en-US" dirty="0">
                <a:latin typeface="+mj-lt"/>
              </a:rPr>
              <a:t>에서 리스트로 </a:t>
            </a:r>
            <a:r>
              <a:rPr lang="ko-KR" altLang="en-US" dirty="0" err="1">
                <a:latin typeface="+mj-lt"/>
              </a:rPr>
              <a:t>보일때</a:t>
            </a:r>
            <a:r>
              <a:rPr lang="en-US" altLang="ko-KR" dirty="0">
                <a:latin typeface="+mj-lt"/>
              </a:rPr>
              <a:t>, Task </a:t>
            </a:r>
            <a:r>
              <a:rPr lang="ko-KR" altLang="en-US" dirty="0">
                <a:latin typeface="+mj-lt"/>
              </a:rPr>
              <a:t>상태</a:t>
            </a:r>
            <a:r>
              <a:rPr lang="en-US" altLang="ko-KR" dirty="0">
                <a:latin typeface="+mj-lt"/>
              </a:rPr>
              <a:t>(</a:t>
            </a:r>
            <a:r>
              <a:rPr lang="ko-KR" altLang="en-US" dirty="0">
                <a:latin typeface="+mj-lt"/>
              </a:rPr>
              <a:t>진행중</a:t>
            </a:r>
            <a:r>
              <a:rPr lang="en-US" altLang="ko-KR" dirty="0">
                <a:latin typeface="+mj-lt"/>
              </a:rPr>
              <a:t>/</a:t>
            </a:r>
            <a:r>
              <a:rPr lang="ko-KR" altLang="en-US" dirty="0">
                <a:latin typeface="+mj-lt"/>
              </a:rPr>
              <a:t>완료 등으로 표시되고 있음</a:t>
            </a:r>
            <a:r>
              <a:rPr lang="en-US" altLang="ko-KR" dirty="0">
                <a:latin typeface="+mj-lt"/>
              </a:rPr>
              <a:t>)</a:t>
            </a:r>
            <a:r>
              <a:rPr lang="ko-KR" altLang="en-US" dirty="0">
                <a:latin typeface="+mj-lt"/>
              </a:rPr>
              <a:t>와 카테고리 바로 위에 </a:t>
            </a:r>
            <a:r>
              <a:rPr lang="en-US" altLang="ko-KR" dirty="0">
                <a:latin typeface="+mj-lt"/>
              </a:rPr>
              <a:t>"G- </a:t>
            </a:r>
            <a:r>
              <a:rPr lang="ko-KR" altLang="en-US" dirty="0" err="1">
                <a:latin typeface="+mj-lt"/>
              </a:rPr>
              <a:t>그룹명</a:t>
            </a:r>
            <a:r>
              <a:rPr lang="en-US" altLang="ko-KR" dirty="0">
                <a:latin typeface="+mj-lt"/>
              </a:rPr>
              <a:t>" </a:t>
            </a:r>
            <a:r>
              <a:rPr lang="ko-KR" altLang="en-US" dirty="0">
                <a:latin typeface="+mj-lt"/>
              </a:rPr>
              <a:t>이 표시되게 해줘</a:t>
            </a:r>
            <a:r>
              <a:rPr lang="en-US" altLang="ko-KR" dirty="0">
                <a:latin typeface="+mj-lt"/>
              </a:rPr>
              <a:t>. </a:t>
            </a:r>
          </a:p>
          <a:p>
            <a:r>
              <a:rPr lang="ko-KR" altLang="en-US" dirty="0">
                <a:latin typeface="+mj-lt"/>
              </a:rPr>
              <a:t>그룹에서 할당 받은 태스크는 개인 태스크다 표시된 이후에 가장 아래부터 표시되게 해줘</a:t>
            </a:r>
            <a:r>
              <a:rPr lang="en-US" altLang="ko-KR" dirty="0">
                <a:latin typeface="+mj-lt"/>
              </a:rPr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1339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B899A9-D103-4E09-95CD-1F38A9BC4C24}"/>
              </a:ext>
            </a:extLst>
          </p:cNvPr>
          <p:cNvSpPr txBox="1"/>
          <p:nvPr/>
        </p:nvSpPr>
        <p:spPr>
          <a:xfrm>
            <a:off x="215900" y="638403"/>
            <a:ext cx="11760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My</a:t>
            </a:r>
            <a:r>
              <a:rPr lang="ko-KR" altLang="en-US" dirty="0"/>
              <a:t> </a:t>
            </a:r>
            <a:r>
              <a:rPr lang="ko-KR" altLang="en-US" dirty="0" err="1"/>
              <a:t>Reward</a:t>
            </a:r>
            <a:r>
              <a:rPr lang="ko-KR" altLang="en-US" dirty="0"/>
              <a:t> 부분 수정할거야. 보상 관리에서 내 보상 위에 "내 포인트" </a:t>
            </a:r>
            <a:r>
              <a:rPr lang="ko-KR" altLang="en-US" dirty="0" err="1"/>
              <a:t>라고</a:t>
            </a:r>
            <a:r>
              <a:rPr lang="ko-KR" altLang="en-US" dirty="0"/>
              <a:t> 추가해서 가지고 있는 포인트 표시되게 해줘. </a:t>
            </a:r>
          </a:p>
          <a:p>
            <a:r>
              <a:rPr lang="ko-KR" altLang="en-US" dirty="0"/>
              <a:t>그리고 보상 획득하기는 해당 보상이 주어지는 태스크를 </a:t>
            </a:r>
            <a:r>
              <a:rPr lang="ko-KR" altLang="en-US" dirty="0" err="1"/>
              <a:t>완료할때마다</a:t>
            </a:r>
            <a:r>
              <a:rPr lang="ko-KR" altLang="en-US" dirty="0"/>
              <a:t> 해당 보상에 대한 % 가 누적돼서 100%가 넘게 있을 때만 보상을 획득할 수 있어. </a:t>
            </a:r>
          </a:p>
          <a:p>
            <a:endParaRPr lang="ko-KR" altLang="en-US" dirty="0"/>
          </a:p>
          <a:p>
            <a:r>
              <a:rPr lang="ko-KR" altLang="en-US" dirty="0"/>
              <a:t>그리고 "모든 </a:t>
            </a:r>
            <a:r>
              <a:rPr lang="ko-KR" altLang="en-US" dirty="0" err="1"/>
              <a:t>보상"란에</a:t>
            </a:r>
            <a:r>
              <a:rPr lang="ko-KR" altLang="en-US" dirty="0"/>
              <a:t> 있는 내 </a:t>
            </a:r>
            <a:r>
              <a:rPr lang="ko-KR" altLang="en-US" dirty="0" err="1"/>
              <a:t>reward</a:t>
            </a:r>
            <a:r>
              <a:rPr lang="ko-KR" altLang="en-US" dirty="0"/>
              <a:t> 표시할 때, 해당 </a:t>
            </a:r>
            <a:r>
              <a:rPr lang="ko-KR" altLang="en-US" dirty="0" err="1"/>
              <a:t>reward에</a:t>
            </a:r>
            <a:r>
              <a:rPr lang="ko-KR" altLang="en-US" dirty="0"/>
              <a:t> 대한 획득 %</a:t>
            </a:r>
            <a:r>
              <a:rPr lang="ko-KR" altLang="en-US" dirty="0" err="1"/>
              <a:t>를</a:t>
            </a:r>
            <a:r>
              <a:rPr lang="ko-KR" altLang="en-US" dirty="0"/>
              <a:t> 보여줘. </a:t>
            </a:r>
          </a:p>
          <a:p>
            <a:r>
              <a:rPr lang="ko-KR" altLang="en-US" dirty="0"/>
              <a:t>획득하기는 100%가 넘었을 때, 100%를 차감하고 내 보상에 추가해줘. 내가 해당 </a:t>
            </a:r>
            <a:r>
              <a:rPr lang="ko-KR" altLang="en-US" dirty="0" err="1"/>
              <a:t>reward에</a:t>
            </a:r>
            <a:r>
              <a:rPr lang="ko-KR" altLang="en-US" dirty="0"/>
              <a:t> 대한 %가 100%가 </a:t>
            </a:r>
            <a:r>
              <a:rPr lang="ko-KR" altLang="en-US" dirty="0" err="1"/>
              <a:t>안넘으면</a:t>
            </a:r>
            <a:r>
              <a:rPr lang="ko-KR" altLang="en-US" dirty="0"/>
              <a:t> </a:t>
            </a:r>
            <a:r>
              <a:rPr lang="ko-KR" altLang="en-US" dirty="0" err="1"/>
              <a:t>reward</a:t>
            </a:r>
            <a:r>
              <a:rPr lang="ko-KR" altLang="en-US" dirty="0"/>
              <a:t> 받을 수 없어.</a:t>
            </a:r>
          </a:p>
          <a:p>
            <a:r>
              <a:rPr lang="ko-KR" altLang="en-US" dirty="0"/>
              <a:t>보상 항목에는 포인트 보상을 </a:t>
            </a:r>
            <a:r>
              <a:rPr lang="ko-KR" altLang="en-US" dirty="0" err="1"/>
              <a:t>제외하고서는</a:t>
            </a:r>
            <a:r>
              <a:rPr lang="ko-KR" altLang="en-US" dirty="0"/>
              <a:t>, 각 </a:t>
            </a:r>
            <a:r>
              <a:rPr lang="ko-KR" altLang="en-US" dirty="0" err="1"/>
              <a:t>reward</a:t>
            </a:r>
            <a:r>
              <a:rPr lang="ko-KR" altLang="en-US" dirty="0"/>
              <a:t> 마다 "상세보기" </a:t>
            </a:r>
            <a:r>
              <a:rPr lang="ko-KR" altLang="en-US" dirty="0" err="1"/>
              <a:t>를</a:t>
            </a:r>
            <a:r>
              <a:rPr lang="ko-KR" altLang="en-US" dirty="0"/>
              <a:t> 획득하기 수정 </a:t>
            </a:r>
            <a:r>
              <a:rPr lang="ko-KR" altLang="en-US" dirty="0" err="1"/>
              <a:t>삭제랑</a:t>
            </a:r>
            <a:r>
              <a:rPr lang="ko-KR" altLang="en-US" dirty="0"/>
              <a:t> 같은 라인의 오른쪽 끝에다가 추가해줘. </a:t>
            </a:r>
          </a:p>
          <a:p>
            <a:r>
              <a:rPr lang="ko-KR" altLang="en-US" dirty="0"/>
              <a:t>상세 보기 누르면 보상에 대한 내용 다 </a:t>
            </a:r>
            <a:r>
              <a:rPr lang="ko-KR" altLang="en-US" dirty="0" err="1"/>
              <a:t>볼수</a:t>
            </a:r>
            <a:r>
              <a:rPr lang="ko-KR" altLang="en-US" dirty="0"/>
              <a:t> 있게 해줘. 이 보상이 어떤 태스크와 연결되어 있는지 </a:t>
            </a:r>
            <a:r>
              <a:rPr lang="ko-KR" altLang="en-US" dirty="0" err="1"/>
              <a:t>연결되어있는</a:t>
            </a:r>
            <a:r>
              <a:rPr lang="ko-KR" altLang="en-US" dirty="0"/>
              <a:t> 태스크도 제목을 볼 수 있게 해주고. </a:t>
            </a:r>
          </a:p>
          <a:p>
            <a:endParaRPr lang="ko-KR" altLang="en-US" dirty="0"/>
          </a:p>
          <a:p>
            <a:r>
              <a:rPr lang="ko-KR" altLang="en-US" dirty="0"/>
              <a:t>그룹에서 </a:t>
            </a:r>
            <a:r>
              <a:rPr lang="ko-KR" altLang="en-US" dirty="0" err="1"/>
              <a:t>task</a:t>
            </a:r>
            <a:r>
              <a:rPr lang="ko-KR" altLang="en-US" dirty="0"/>
              <a:t> 할당 받았는데, 그 </a:t>
            </a:r>
            <a:r>
              <a:rPr lang="ko-KR" altLang="en-US" dirty="0" err="1"/>
              <a:t>task에</a:t>
            </a:r>
            <a:r>
              <a:rPr lang="ko-KR" altLang="en-US" dirty="0"/>
              <a:t> </a:t>
            </a:r>
            <a:r>
              <a:rPr lang="ko-KR" altLang="en-US" dirty="0" err="1"/>
              <a:t>reward</a:t>
            </a:r>
            <a:r>
              <a:rPr lang="ko-KR" altLang="en-US" dirty="0"/>
              <a:t> 가 있을 경우는 그룹 보상이라고 해서 "모든 보상" </a:t>
            </a:r>
            <a:r>
              <a:rPr lang="ko-KR" altLang="en-US" dirty="0" err="1"/>
              <a:t>처럼</a:t>
            </a:r>
            <a:r>
              <a:rPr lang="ko-KR" altLang="en-US" dirty="0"/>
              <a:t> 항목 보여줘. </a:t>
            </a:r>
          </a:p>
          <a:p>
            <a:r>
              <a:rPr lang="ko-KR" altLang="en-US" dirty="0"/>
              <a:t>거기에 "상세보기" </a:t>
            </a:r>
            <a:r>
              <a:rPr lang="ko-KR" altLang="en-US" dirty="0" err="1"/>
              <a:t>를</a:t>
            </a:r>
            <a:r>
              <a:rPr lang="ko-KR" altLang="en-US" dirty="0"/>
              <a:t> 획득하기 수정 </a:t>
            </a:r>
            <a:r>
              <a:rPr lang="ko-KR" altLang="en-US" dirty="0" err="1"/>
              <a:t>삭제랑</a:t>
            </a:r>
            <a:r>
              <a:rPr lang="ko-KR" altLang="en-US" dirty="0"/>
              <a:t> 같은 라인의 오른쪽 끝에다가 추가해줘. </a:t>
            </a:r>
          </a:p>
          <a:p>
            <a:r>
              <a:rPr lang="ko-KR" altLang="en-US" dirty="0"/>
              <a:t>상세 보기 누르면 보상에 대한 내용 다 </a:t>
            </a:r>
            <a:r>
              <a:rPr lang="ko-KR" altLang="en-US" dirty="0" err="1"/>
              <a:t>볼수</a:t>
            </a:r>
            <a:r>
              <a:rPr lang="ko-KR" altLang="en-US" dirty="0"/>
              <a:t> 있게 해주고, 그룹명과 이 보상이 연결된 태스크들도 리스트로 볼 수 있게 해줘. </a:t>
            </a:r>
          </a:p>
        </p:txBody>
      </p:sp>
    </p:spTree>
    <p:extLst>
      <p:ext uri="{BB962C8B-B14F-4D97-AF65-F5344CB8AC3E}">
        <p14:creationId xmlns:p14="http://schemas.microsoft.com/office/powerpoint/2010/main" val="2597067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7FA328B-18F2-4A31-BEBB-1D7C7408E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047585"/>
              </p:ext>
            </p:extLst>
          </p:nvPr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5465886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3228176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40967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39653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42724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그룹명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TITLE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DETAIL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REWARD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684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571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89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46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05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492593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D0E915E-595C-4D5A-AB3E-F3D0535CF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20" y="1118082"/>
            <a:ext cx="576528" cy="3257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0FD916-DBD6-49DA-8ADD-CF61472E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20" y="1516498"/>
            <a:ext cx="576528" cy="3257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EC22E8-C77C-40D9-BAA7-122C8AD5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20" y="1901245"/>
            <a:ext cx="576528" cy="3257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32CEBE-5482-41F0-94AE-3DA322132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20" y="2285992"/>
            <a:ext cx="576528" cy="3257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FA1B47-02DD-4EE2-941A-80BCF467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20" y="2648497"/>
            <a:ext cx="576528" cy="325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3CA19A-E2BC-4DF4-9014-14EB748A83D1}"/>
              </a:ext>
            </a:extLst>
          </p:cNvPr>
          <p:cNvSpPr txBox="1"/>
          <p:nvPr/>
        </p:nvSpPr>
        <p:spPr>
          <a:xfrm>
            <a:off x="6176702" y="34485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6"/>
                </a:solidFill>
              </a:rPr>
              <a:t>완료하기 누르면 </a:t>
            </a:r>
            <a:r>
              <a:rPr lang="en-US" altLang="ko-KR" sz="1200" dirty="0">
                <a:solidFill>
                  <a:schemeClr val="accent6"/>
                </a:solidFill>
              </a:rPr>
              <a:t>My Task </a:t>
            </a:r>
            <a:r>
              <a:rPr lang="ko-KR" altLang="en-US" sz="1200" dirty="0">
                <a:solidFill>
                  <a:schemeClr val="accent6"/>
                </a:solidFill>
              </a:rPr>
              <a:t>에 있는 완료하기 버튼과 같은  </a:t>
            </a:r>
            <a:r>
              <a:rPr lang="en-US" altLang="ko-KR" sz="1200" dirty="0">
                <a:solidFill>
                  <a:schemeClr val="accent6"/>
                </a:solidFill>
              </a:rPr>
              <a:t>POC </a:t>
            </a:r>
            <a:r>
              <a:rPr lang="ko-KR" altLang="en-US" sz="1200" dirty="0">
                <a:solidFill>
                  <a:schemeClr val="accent6"/>
                </a:solidFill>
              </a:rPr>
              <a:t>창 뜸</a:t>
            </a:r>
            <a:r>
              <a:rPr lang="en-US" altLang="ko-KR" sz="1200" dirty="0">
                <a:solidFill>
                  <a:schemeClr val="accent6"/>
                </a:solidFill>
              </a:rPr>
              <a:t>. </a:t>
            </a:r>
          </a:p>
          <a:p>
            <a:r>
              <a:rPr lang="ko-KR" altLang="en-US" sz="1200" dirty="0">
                <a:solidFill>
                  <a:schemeClr val="accent6"/>
                </a:solidFill>
              </a:rPr>
              <a:t>완료하면 자동으로 해당 날짜에 </a:t>
            </a:r>
            <a:r>
              <a:rPr lang="en-US" altLang="ko-KR" sz="1200" dirty="0">
                <a:solidFill>
                  <a:schemeClr val="accent6"/>
                </a:solidFill>
              </a:rPr>
              <a:t>regular Task </a:t>
            </a:r>
            <a:r>
              <a:rPr lang="ko-KR" altLang="en-US" sz="1200" dirty="0">
                <a:solidFill>
                  <a:schemeClr val="accent6"/>
                </a:solidFill>
              </a:rPr>
              <a:t>를 생성해주고 </a:t>
            </a:r>
            <a:r>
              <a:rPr lang="en-US" altLang="ko-KR" sz="1200" dirty="0">
                <a:solidFill>
                  <a:schemeClr val="accent6"/>
                </a:solidFill>
              </a:rPr>
              <a:t>POC </a:t>
            </a:r>
            <a:r>
              <a:rPr lang="ko-KR" altLang="en-US" sz="1200" dirty="0">
                <a:solidFill>
                  <a:schemeClr val="accent6"/>
                </a:solidFill>
              </a:rPr>
              <a:t>도 바로 생성</a:t>
            </a:r>
            <a:r>
              <a:rPr lang="en-US" altLang="ko-KR" sz="1200" dirty="0">
                <a:solidFill>
                  <a:schemeClr val="accent6"/>
                </a:solidFill>
              </a:rPr>
              <a:t>.</a:t>
            </a:r>
            <a:endParaRPr lang="ko-KR" altLang="en-US" sz="1200" dirty="0">
              <a:solidFill>
                <a:schemeClr val="accent6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9F04C8C-2479-428B-800C-B0A2263B907E}"/>
              </a:ext>
            </a:extLst>
          </p:cNvPr>
          <p:cNvCxnSpPr>
            <a:cxnSpLocks/>
          </p:cNvCxnSpPr>
          <p:nvPr/>
        </p:nvCxnSpPr>
        <p:spPr>
          <a:xfrm flipV="1">
            <a:off x="481035" y="953403"/>
            <a:ext cx="1550965" cy="4793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B6120D0-F285-4975-9085-5D4AA7BA5501}"/>
              </a:ext>
            </a:extLst>
          </p:cNvPr>
          <p:cNvSpPr txBox="1"/>
          <p:nvPr/>
        </p:nvSpPr>
        <p:spPr>
          <a:xfrm>
            <a:off x="296663" y="593166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accent6"/>
                </a:solidFill>
              </a:rPr>
              <a:t>그룹명</a:t>
            </a:r>
            <a:r>
              <a:rPr lang="ko-KR" altLang="en-US" sz="1200" dirty="0">
                <a:solidFill>
                  <a:schemeClr val="accent6"/>
                </a:solidFill>
              </a:rPr>
              <a:t> </a:t>
            </a:r>
            <a:r>
              <a:rPr lang="en-US" altLang="ko-KR" sz="1200" dirty="0">
                <a:solidFill>
                  <a:schemeClr val="accent6"/>
                </a:solidFill>
              </a:rPr>
              <a:t>: </a:t>
            </a:r>
            <a:r>
              <a:rPr lang="ko-KR" altLang="en-US" sz="1200" dirty="0">
                <a:solidFill>
                  <a:schemeClr val="accent6"/>
                </a:solidFill>
              </a:rPr>
              <a:t>그룹에서 </a:t>
            </a:r>
            <a:r>
              <a:rPr lang="ko-KR" altLang="en-US" sz="1200" dirty="0" err="1">
                <a:solidFill>
                  <a:schemeClr val="accent6"/>
                </a:solidFill>
              </a:rPr>
              <a:t>지정되</a:t>
            </a:r>
            <a:r>
              <a:rPr lang="ko-KR" altLang="en-US" sz="1200" dirty="0">
                <a:solidFill>
                  <a:schemeClr val="accent6"/>
                </a:solidFill>
              </a:rPr>
              <a:t> 태스크면 </a:t>
            </a:r>
            <a:r>
              <a:rPr lang="ko-KR" altLang="en-US" sz="1200" dirty="0" err="1">
                <a:solidFill>
                  <a:schemeClr val="accent6"/>
                </a:solidFill>
              </a:rPr>
              <a:t>그룹명</a:t>
            </a:r>
            <a:r>
              <a:rPr lang="en-US" altLang="ko-KR" sz="1200" dirty="0">
                <a:solidFill>
                  <a:schemeClr val="accent6"/>
                </a:solidFill>
              </a:rPr>
              <a:t>. </a:t>
            </a:r>
            <a:r>
              <a:rPr lang="ko-KR" altLang="en-US" sz="1200" dirty="0">
                <a:solidFill>
                  <a:schemeClr val="accent6"/>
                </a:solidFill>
              </a:rPr>
              <a:t>본인이 </a:t>
            </a:r>
            <a:r>
              <a:rPr lang="ko-KR" altLang="en-US" sz="1200" dirty="0" err="1">
                <a:solidFill>
                  <a:schemeClr val="accent6"/>
                </a:solidFill>
              </a:rPr>
              <a:t>만든거면</a:t>
            </a:r>
            <a:r>
              <a:rPr lang="ko-KR" altLang="en-US" sz="1200" dirty="0">
                <a:solidFill>
                  <a:schemeClr val="accent6"/>
                </a:solidFill>
              </a:rPr>
              <a:t> </a:t>
            </a:r>
            <a:r>
              <a:rPr lang="en-US" altLang="ko-KR" sz="1200" dirty="0">
                <a:solidFill>
                  <a:schemeClr val="accent6"/>
                </a:solidFill>
              </a:rPr>
              <a:t>SELF </a:t>
            </a:r>
            <a:r>
              <a:rPr lang="ko-KR" altLang="en-US" sz="1200" dirty="0">
                <a:solidFill>
                  <a:schemeClr val="accent6"/>
                </a:solidFill>
              </a:rPr>
              <a:t>표시</a:t>
            </a:r>
            <a:endParaRPr lang="en-US" altLang="ko-KR" sz="1200" dirty="0">
              <a:solidFill>
                <a:schemeClr val="accent6"/>
              </a:solidFill>
            </a:endParaRPr>
          </a:p>
          <a:p>
            <a:r>
              <a:rPr lang="en-US" altLang="ko-KR" sz="1200" dirty="0">
                <a:solidFill>
                  <a:schemeClr val="accent6"/>
                </a:solidFill>
              </a:rPr>
              <a:t>TITLE : </a:t>
            </a:r>
            <a:r>
              <a:rPr lang="ko-KR" altLang="en-US" sz="1200" dirty="0" err="1">
                <a:solidFill>
                  <a:schemeClr val="accent6"/>
                </a:solidFill>
              </a:rPr>
              <a:t>태스트</a:t>
            </a:r>
            <a:r>
              <a:rPr lang="ko-KR" altLang="en-US" sz="1200" dirty="0">
                <a:solidFill>
                  <a:schemeClr val="accent6"/>
                </a:solidFill>
              </a:rPr>
              <a:t> 제목</a:t>
            </a:r>
            <a:endParaRPr lang="en-US" altLang="ko-KR" sz="1200" dirty="0">
              <a:solidFill>
                <a:schemeClr val="accent6"/>
              </a:solidFill>
            </a:endParaRPr>
          </a:p>
          <a:p>
            <a:r>
              <a:rPr lang="en-US" altLang="ko-KR" sz="1200" dirty="0">
                <a:solidFill>
                  <a:schemeClr val="accent6"/>
                </a:solidFill>
              </a:rPr>
              <a:t>DETAIL : </a:t>
            </a:r>
            <a:r>
              <a:rPr lang="ko-KR" altLang="en-US" sz="1200" dirty="0">
                <a:solidFill>
                  <a:schemeClr val="accent6"/>
                </a:solidFill>
              </a:rPr>
              <a:t>태스크 상세 내용</a:t>
            </a:r>
            <a:endParaRPr lang="en-US" altLang="ko-KR" sz="1200" dirty="0">
              <a:solidFill>
                <a:schemeClr val="accent6"/>
              </a:solidFill>
            </a:endParaRPr>
          </a:p>
          <a:p>
            <a:r>
              <a:rPr lang="en-US" altLang="ko-KR" sz="1200" dirty="0">
                <a:solidFill>
                  <a:schemeClr val="accent6"/>
                </a:solidFill>
              </a:rPr>
              <a:t>REWARD : </a:t>
            </a:r>
            <a:r>
              <a:rPr lang="ko-KR" altLang="en-US" sz="1200" dirty="0">
                <a:solidFill>
                  <a:schemeClr val="accent6"/>
                </a:solidFill>
              </a:rPr>
              <a:t>태스크에 연결된 </a:t>
            </a:r>
            <a:r>
              <a:rPr lang="en-US" altLang="ko-KR" sz="1200" dirty="0">
                <a:solidFill>
                  <a:schemeClr val="accent6"/>
                </a:solidFill>
              </a:rPr>
              <a:t>REWARD</a:t>
            </a:r>
            <a:endParaRPr lang="ko-KR" altLang="en-US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119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5DB9B7-BE0B-4E2E-955C-5FE34B620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66" y="5305607"/>
            <a:ext cx="1936252" cy="8507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382859-AB20-43EC-A330-E3F541A48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930" y="5423564"/>
            <a:ext cx="2150161" cy="8862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F43FD10-3B87-470D-A504-FE5C8678E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086" y="233219"/>
            <a:ext cx="1344773" cy="5016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524DF0-B4CB-4089-A8B9-E16958078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762" y="701616"/>
            <a:ext cx="4508337" cy="45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75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778929-9765-4653-AF78-D50D51076F5C}"/>
              </a:ext>
            </a:extLst>
          </p:cNvPr>
          <p:cNvSpPr txBox="1"/>
          <p:nvPr/>
        </p:nvSpPr>
        <p:spPr>
          <a:xfrm>
            <a:off x="421448" y="289679"/>
            <a:ext cx="60952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Segoe WPC"/>
              </a:rPr>
              <a:t>REWARD </a:t>
            </a:r>
            <a:r>
              <a:rPr lang="ko-KR" altLang="en-US" b="0" i="0" dirty="0">
                <a:effectLst/>
                <a:latin typeface="Segoe WPC"/>
              </a:rPr>
              <a:t>메뉴의 </a:t>
            </a:r>
            <a:r>
              <a:rPr lang="en-US" altLang="ko-KR" b="0" i="0" dirty="0">
                <a:effectLst/>
                <a:latin typeface="Segoe WPC"/>
              </a:rPr>
              <a:t>"</a:t>
            </a:r>
            <a:r>
              <a:rPr lang="ko-KR" altLang="en-US" b="0" i="0" dirty="0">
                <a:effectLst/>
                <a:latin typeface="Segoe WPC"/>
              </a:rPr>
              <a:t>획득한 보상</a:t>
            </a:r>
            <a:r>
              <a:rPr lang="en-US" altLang="ko-KR" b="0" i="0" dirty="0">
                <a:effectLst/>
                <a:latin typeface="Segoe WPC"/>
              </a:rPr>
              <a:t>"</a:t>
            </a:r>
            <a:r>
              <a:rPr lang="ko-KR" altLang="en-US" b="0" i="0" dirty="0">
                <a:effectLst/>
                <a:latin typeface="Segoe WPC"/>
              </a:rPr>
              <a:t>에 </a:t>
            </a:r>
            <a:r>
              <a:rPr lang="ko-KR" altLang="en-US" b="0" i="0" dirty="0" err="1">
                <a:effectLst/>
                <a:latin typeface="Segoe WPC"/>
              </a:rPr>
              <a:t>표시되어야해</a:t>
            </a:r>
            <a:r>
              <a:rPr lang="en-US" altLang="ko-KR" b="0" i="0" dirty="0">
                <a:effectLst/>
                <a:latin typeface="Segoe WPC"/>
              </a:rPr>
              <a:t>. Whole task </a:t>
            </a:r>
            <a:r>
              <a:rPr lang="ko-KR" altLang="en-US" b="0" i="0" dirty="0" err="1">
                <a:effectLst/>
                <a:latin typeface="Segoe WPC"/>
              </a:rPr>
              <a:t>일때는</a:t>
            </a:r>
            <a:r>
              <a:rPr lang="ko-KR" altLang="en-US" b="0" i="0" dirty="0">
                <a:effectLst/>
                <a:latin typeface="Segoe WPC"/>
              </a:rPr>
              <a:t> </a:t>
            </a:r>
            <a:r>
              <a:rPr lang="ko-KR" altLang="en-US" b="0" i="0" dirty="0" err="1">
                <a:effectLst/>
                <a:latin typeface="Segoe WPC"/>
              </a:rPr>
              <a:t>특정날짜설정과</a:t>
            </a:r>
            <a:r>
              <a:rPr lang="en-US" altLang="ko-KR" b="0" i="0" dirty="0">
                <a:effectLst/>
                <a:latin typeface="Segoe WPC"/>
              </a:rPr>
              <a:t>, </a:t>
            </a:r>
            <a:r>
              <a:rPr lang="ko-KR" altLang="en-US" b="0" i="0" dirty="0">
                <a:effectLst/>
                <a:latin typeface="Segoe WPC"/>
              </a:rPr>
              <a:t>반복 부분이 비활성화 되게 해줘</a:t>
            </a:r>
            <a:r>
              <a:rPr lang="en-US" altLang="ko-KR" b="0" i="0" dirty="0">
                <a:effectLst/>
                <a:latin typeface="Segoe WPC"/>
              </a:rPr>
              <a:t>. </a:t>
            </a:r>
            <a:r>
              <a:rPr lang="ko-KR" altLang="en-US" b="0" i="0" dirty="0" err="1">
                <a:effectLst/>
                <a:latin typeface="Segoe WPC"/>
              </a:rPr>
              <a:t>특정날짜설정과</a:t>
            </a:r>
            <a:r>
              <a:rPr lang="en-US" altLang="ko-KR" b="0" i="0" dirty="0">
                <a:effectLst/>
                <a:latin typeface="Segoe WPC"/>
              </a:rPr>
              <a:t>, </a:t>
            </a:r>
            <a:r>
              <a:rPr lang="ko-KR" altLang="en-US" b="0" i="0" dirty="0">
                <a:effectLst/>
                <a:latin typeface="Segoe WPC"/>
              </a:rPr>
              <a:t>반복 부분이</a:t>
            </a:r>
            <a:r>
              <a:rPr lang="en-US" altLang="ko-KR" b="0" i="0" dirty="0">
                <a:effectLst/>
                <a:latin typeface="Segoe WPC"/>
              </a:rPr>
              <a:t>required </a:t>
            </a:r>
            <a:r>
              <a:rPr lang="ko-KR" altLang="en-US" b="0" i="0" dirty="0">
                <a:effectLst/>
                <a:latin typeface="Segoe WPC"/>
              </a:rPr>
              <a:t>도 아니게 되고</a:t>
            </a:r>
            <a:r>
              <a:rPr lang="en-US" altLang="ko-KR" b="0" i="0" dirty="0">
                <a:effectLst/>
                <a:latin typeface="Segoe WPC"/>
              </a:rPr>
              <a:t>. </a:t>
            </a:r>
            <a:br>
              <a:rPr lang="ko-KR" altLang="en-US" dirty="0"/>
            </a:br>
            <a:r>
              <a:rPr lang="en-US" altLang="ko-KR" b="0" i="0" dirty="0">
                <a:effectLst/>
                <a:latin typeface="Segoe WPC"/>
              </a:rPr>
              <a:t>Each POC</a:t>
            </a:r>
            <a:r>
              <a:rPr lang="ko-KR" altLang="en-US" b="0" i="0" dirty="0">
                <a:effectLst/>
                <a:latin typeface="Segoe WPC"/>
              </a:rPr>
              <a:t>가 선택되면 완료기한 설정은 비활성화되고</a:t>
            </a:r>
            <a:r>
              <a:rPr lang="en-US" altLang="ko-KR" b="0" i="0" dirty="0">
                <a:effectLst/>
                <a:latin typeface="Segoe WPC"/>
              </a:rPr>
              <a:t>. </a:t>
            </a:r>
            <a:r>
              <a:rPr lang="ko-KR" altLang="en-US" b="0" i="0" dirty="0">
                <a:effectLst/>
                <a:latin typeface="Segoe WPC"/>
              </a:rPr>
              <a:t>지금 선물과 포인트에 각각 선물 획득 방식</a:t>
            </a:r>
            <a:r>
              <a:rPr lang="en-US" altLang="ko-KR" b="0" i="0" dirty="0">
                <a:effectLst/>
                <a:latin typeface="Segoe WPC"/>
              </a:rPr>
              <a:t>/ </a:t>
            </a:r>
            <a:r>
              <a:rPr lang="ko-KR" altLang="en-US" b="0" i="0" dirty="0">
                <a:effectLst/>
                <a:latin typeface="Segoe WPC"/>
              </a:rPr>
              <a:t>포인트 획득방식이 있는데</a:t>
            </a:r>
            <a:r>
              <a:rPr lang="en-US" altLang="ko-KR" b="0" i="0" dirty="0">
                <a:effectLst/>
                <a:latin typeface="Segoe WPC"/>
              </a:rPr>
              <a:t>, </a:t>
            </a:r>
            <a:r>
              <a:rPr lang="ko-KR" altLang="en-US" b="0" i="0" dirty="0">
                <a:effectLst/>
                <a:latin typeface="Segoe WPC"/>
              </a:rPr>
              <a:t>획득방식 두개를 하나로 통합하자</a:t>
            </a:r>
            <a:r>
              <a:rPr lang="en-US" altLang="ko-KR" b="0" i="0" dirty="0">
                <a:effectLst/>
                <a:latin typeface="Segoe WPC"/>
              </a:rPr>
              <a:t>. WHOLE task</a:t>
            </a:r>
            <a:r>
              <a:rPr lang="ko-KR" altLang="en-US" b="0" i="0" dirty="0">
                <a:effectLst/>
                <a:latin typeface="Segoe WPC"/>
              </a:rPr>
              <a:t>는 시작일부터 완료 기한까지 </a:t>
            </a:r>
            <a:r>
              <a:rPr lang="en-US" altLang="ko-KR" b="0" i="0" dirty="0">
                <a:effectLst/>
                <a:latin typeface="Segoe WPC"/>
              </a:rPr>
              <a:t>TAKS </a:t>
            </a:r>
            <a:r>
              <a:rPr lang="ko-KR" altLang="en-US" b="0" i="0" dirty="0">
                <a:effectLst/>
                <a:latin typeface="Segoe WPC"/>
              </a:rPr>
              <a:t>리스트에 표시되고 한번이라도 완료되면 </a:t>
            </a:r>
            <a:r>
              <a:rPr lang="en-US" altLang="ko-KR" b="0" i="0" dirty="0">
                <a:effectLst/>
                <a:latin typeface="Segoe WPC"/>
              </a:rPr>
              <a:t>(</a:t>
            </a:r>
            <a:r>
              <a:rPr lang="ko-KR" altLang="en-US" b="0" i="0" dirty="0">
                <a:effectLst/>
                <a:latin typeface="Segoe WPC"/>
              </a:rPr>
              <a:t>그룹 </a:t>
            </a:r>
            <a:r>
              <a:rPr lang="ko-KR" altLang="en-US" b="0" i="0" dirty="0" err="1">
                <a:effectLst/>
                <a:latin typeface="Segoe WPC"/>
              </a:rPr>
              <a:t>태스트의</a:t>
            </a:r>
            <a:r>
              <a:rPr lang="ko-KR" altLang="en-US" b="0" i="0" dirty="0">
                <a:effectLst/>
                <a:latin typeface="Segoe WPC"/>
              </a:rPr>
              <a:t> 경우 승인요청후 승인까지 </a:t>
            </a:r>
            <a:r>
              <a:rPr lang="ko-KR" altLang="en-US" b="0" i="0" dirty="0" err="1">
                <a:effectLst/>
                <a:latin typeface="Segoe WPC"/>
              </a:rPr>
              <a:t>돠면</a:t>
            </a:r>
            <a:r>
              <a:rPr lang="en-US" altLang="ko-KR" b="0" i="0" dirty="0">
                <a:effectLst/>
                <a:latin typeface="Segoe WPC"/>
              </a:rPr>
              <a:t>) </a:t>
            </a:r>
            <a:r>
              <a:rPr lang="ko-KR" altLang="en-US" b="0" i="0" dirty="0">
                <a:effectLst/>
                <a:latin typeface="Segoe WPC"/>
              </a:rPr>
              <a:t>모든 날짜에 완료라고 </a:t>
            </a:r>
            <a:r>
              <a:rPr lang="ko-KR" altLang="en-US" b="0" i="0" dirty="0" err="1">
                <a:effectLst/>
                <a:latin typeface="Segoe WPC"/>
              </a:rPr>
              <a:t>표시되는거야</a:t>
            </a:r>
            <a:r>
              <a:rPr lang="en-US" altLang="ko-KR" b="0" i="0" dirty="0">
                <a:effectLst/>
                <a:latin typeface="Segoe WPC"/>
              </a:rPr>
              <a:t>. </a:t>
            </a:r>
            <a:r>
              <a:rPr lang="ko-KR" altLang="en-US" b="0" i="0" dirty="0">
                <a:effectLst/>
                <a:latin typeface="Segoe WPC"/>
              </a:rPr>
              <a:t>상태가 반복과는 다르게 하나의 태스크가 기간동안 리스트에 표시는 되지만 하나의 상태로 </a:t>
            </a:r>
            <a:r>
              <a:rPr lang="ko-KR" altLang="en-US" b="0" i="0" dirty="0" err="1">
                <a:effectLst/>
                <a:latin typeface="Segoe WPC"/>
              </a:rPr>
              <a:t>통일되어있는거야</a:t>
            </a:r>
            <a:r>
              <a:rPr lang="en-US" altLang="ko-KR" b="0" i="0" dirty="0">
                <a:effectLst/>
                <a:latin typeface="Segoe WPC"/>
              </a:rPr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C7CAD-BB34-4B40-A859-81474880154B}"/>
              </a:ext>
            </a:extLst>
          </p:cNvPr>
          <p:cNvSpPr txBox="1"/>
          <p:nvPr/>
        </p:nvSpPr>
        <p:spPr>
          <a:xfrm>
            <a:off x="503787" y="3805877"/>
            <a:ext cx="60952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GROUP메뉴에서</a:t>
            </a:r>
            <a:r>
              <a:rPr lang="ko-KR" altLang="en-US" dirty="0"/>
              <a:t> 그룹관리 </a:t>
            </a:r>
            <a:r>
              <a:rPr lang="ko-KR" altLang="en-US" dirty="0" err="1"/>
              <a:t>버튼누르면</a:t>
            </a:r>
            <a:r>
              <a:rPr lang="ko-KR" altLang="en-US" dirty="0"/>
              <a:t> 그룹 관리하는 팝업 나오게 해줘. 그 팝업에서는 그룹 멤버를 리스트로 보고 검색도 </a:t>
            </a:r>
            <a:r>
              <a:rPr lang="ko-KR" altLang="en-US" dirty="0" err="1"/>
              <a:t>할수</a:t>
            </a:r>
            <a:r>
              <a:rPr lang="ko-KR" altLang="en-US" dirty="0"/>
              <a:t> 있게 해주고, 그룹의 멤버를 탈퇴 </a:t>
            </a:r>
            <a:r>
              <a:rPr lang="ko-KR" altLang="en-US" dirty="0" err="1"/>
              <a:t>시킬수도있게해줘</a:t>
            </a:r>
            <a:r>
              <a:rPr lang="ko-KR" altLang="en-US" dirty="0"/>
              <a:t>. 관리자가 아닌 일반 멤버에게는 "태스크 생성" "태스크 승인" "리워드 생성" "리워드 관리" "그룹 관리 " 버튼 모두 보이지 않고 일반 멤버는 탈퇴하기와 그룹 상세보기 버튼만 나오게 해줘. 상세보기에는 그룹 이미지와 이름, 그룹 소개, 그룹에 가입된 총 사용자수만 </a:t>
            </a:r>
            <a:r>
              <a:rPr lang="ko-KR" altLang="en-US" dirty="0" err="1"/>
              <a:t>표시되게해줘</a:t>
            </a:r>
            <a:r>
              <a:rPr lang="ko-KR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72489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2864</TotalTime>
  <Words>2103</Words>
  <Application>Microsoft Office PowerPoint</Application>
  <PresentationFormat>와이드스크린</PresentationFormat>
  <Paragraphs>348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Segoe WPC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YJ Kim</dc:creator>
  <cp:lastModifiedBy>YJ Kim</cp:lastModifiedBy>
  <cp:revision>107</cp:revision>
  <dcterms:created xsi:type="dcterms:W3CDTF">2025-07-07T11:03:06Z</dcterms:created>
  <dcterms:modified xsi:type="dcterms:W3CDTF">2025-09-05T06:41:34Z</dcterms:modified>
</cp:coreProperties>
</file>